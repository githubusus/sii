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Alata"/>
      <p:regular r:id="rId17"/>
    </p:embeddedFont>
    <p:embeddedFont>
      <p:font typeface="Orelega One"/>
      <p:regular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51120E-662D-4838-AFD0-460363BCB1B6}">
  <a:tblStyle styleId="{3E51120E-662D-4838-AFD0-460363BCB1B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6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21" Type="http://schemas.openxmlformats.org/officeDocument/2006/relationships/font" Target="fonts/OpenSans-italic.fntdata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Alata-regular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regular.fntdata"/><Relationship Id="rId6" Type="http://schemas.openxmlformats.org/officeDocument/2006/relationships/slide" Target="slides/slide1.xml"/><Relationship Id="rId18" Type="http://schemas.openxmlformats.org/officeDocument/2006/relationships/font" Target="fonts/OrelegaOn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0f9e629ec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0f9e629ec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1258269c9b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1258269c9b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1c28061d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91c28061d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1258269c9b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1258269c9b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105afc42a3_1_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105afc42a3_1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105afc42a3_1_7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105afc42a3_1_7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957625" y="981975"/>
            <a:ext cx="4843200" cy="223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957625" y="3219575"/>
            <a:ext cx="48432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175825">
            <a:off x="-1816426" y="3691901"/>
            <a:ext cx="5929155" cy="2213648"/>
          </a:xfrm>
          <a:custGeom>
            <a:rect b="b" l="l" r="r" t="t"/>
            <a:pathLst>
              <a:path extrusionOk="0" h="1132" w="3027">
                <a:moveTo>
                  <a:pt x="0" y="965"/>
                </a:moveTo>
                <a:cubicBezTo>
                  <a:pt x="0" y="965"/>
                  <a:pt x="0" y="964"/>
                  <a:pt x="0" y="964"/>
                </a:cubicBezTo>
                <a:cubicBezTo>
                  <a:pt x="0" y="963"/>
                  <a:pt x="0" y="962"/>
                  <a:pt x="0" y="961"/>
                </a:cubicBezTo>
                <a:cubicBezTo>
                  <a:pt x="9" y="913"/>
                  <a:pt x="16" y="864"/>
                  <a:pt x="25" y="816"/>
                </a:cubicBezTo>
                <a:cubicBezTo>
                  <a:pt x="38" y="742"/>
                  <a:pt x="52" y="667"/>
                  <a:pt x="66" y="592"/>
                </a:cubicBezTo>
                <a:cubicBezTo>
                  <a:pt x="85" y="488"/>
                  <a:pt x="107" y="385"/>
                  <a:pt x="131" y="282"/>
                </a:cubicBezTo>
                <a:cubicBezTo>
                  <a:pt x="145" y="222"/>
                  <a:pt x="161" y="162"/>
                  <a:pt x="180" y="104"/>
                </a:cubicBezTo>
                <a:cubicBezTo>
                  <a:pt x="189" y="77"/>
                  <a:pt x="198" y="51"/>
                  <a:pt x="212" y="27"/>
                </a:cubicBezTo>
                <a:cubicBezTo>
                  <a:pt x="216" y="20"/>
                  <a:pt x="221" y="14"/>
                  <a:pt x="226" y="8"/>
                </a:cubicBezTo>
                <a:cubicBezTo>
                  <a:pt x="234" y="0"/>
                  <a:pt x="242" y="1"/>
                  <a:pt x="249" y="10"/>
                </a:cubicBezTo>
                <a:cubicBezTo>
                  <a:pt x="284" y="54"/>
                  <a:pt x="325" y="91"/>
                  <a:pt x="371" y="123"/>
                </a:cubicBezTo>
                <a:cubicBezTo>
                  <a:pt x="435" y="168"/>
                  <a:pt x="503" y="202"/>
                  <a:pt x="580" y="217"/>
                </a:cubicBezTo>
                <a:cubicBezTo>
                  <a:pt x="621" y="225"/>
                  <a:pt x="663" y="226"/>
                  <a:pt x="704" y="219"/>
                </a:cubicBezTo>
                <a:cubicBezTo>
                  <a:pt x="774" y="207"/>
                  <a:pt x="844" y="194"/>
                  <a:pt x="914" y="183"/>
                </a:cubicBezTo>
                <a:cubicBezTo>
                  <a:pt x="960" y="176"/>
                  <a:pt x="1006" y="170"/>
                  <a:pt x="1052" y="166"/>
                </a:cubicBezTo>
                <a:cubicBezTo>
                  <a:pt x="1093" y="162"/>
                  <a:pt x="1135" y="159"/>
                  <a:pt x="1176" y="158"/>
                </a:cubicBezTo>
                <a:cubicBezTo>
                  <a:pt x="1247" y="155"/>
                  <a:pt x="1318" y="158"/>
                  <a:pt x="1389" y="171"/>
                </a:cubicBezTo>
                <a:cubicBezTo>
                  <a:pt x="1443" y="181"/>
                  <a:pt x="1495" y="197"/>
                  <a:pt x="1544" y="222"/>
                </a:cubicBezTo>
                <a:cubicBezTo>
                  <a:pt x="1585" y="243"/>
                  <a:pt x="1622" y="269"/>
                  <a:pt x="1651" y="305"/>
                </a:cubicBezTo>
                <a:cubicBezTo>
                  <a:pt x="1668" y="326"/>
                  <a:pt x="1681" y="350"/>
                  <a:pt x="1685" y="377"/>
                </a:cubicBezTo>
                <a:cubicBezTo>
                  <a:pt x="1688" y="402"/>
                  <a:pt x="1681" y="423"/>
                  <a:pt x="1658" y="436"/>
                </a:cubicBezTo>
                <a:cubicBezTo>
                  <a:pt x="1653" y="439"/>
                  <a:pt x="1648" y="443"/>
                  <a:pt x="1643" y="447"/>
                </a:cubicBezTo>
                <a:cubicBezTo>
                  <a:pt x="1607" y="480"/>
                  <a:pt x="1587" y="521"/>
                  <a:pt x="1584" y="570"/>
                </a:cubicBezTo>
                <a:cubicBezTo>
                  <a:pt x="1583" y="595"/>
                  <a:pt x="1589" y="619"/>
                  <a:pt x="1605" y="639"/>
                </a:cubicBezTo>
                <a:cubicBezTo>
                  <a:pt x="1630" y="669"/>
                  <a:pt x="1663" y="682"/>
                  <a:pt x="1701" y="686"/>
                </a:cubicBezTo>
                <a:cubicBezTo>
                  <a:pt x="1732" y="688"/>
                  <a:pt x="1763" y="683"/>
                  <a:pt x="1793" y="675"/>
                </a:cubicBezTo>
                <a:cubicBezTo>
                  <a:pt x="1837" y="665"/>
                  <a:pt x="1880" y="650"/>
                  <a:pt x="1923" y="636"/>
                </a:cubicBezTo>
                <a:cubicBezTo>
                  <a:pt x="1984" y="616"/>
                  <a:pt x="2046" y="595"/>
                  <a:pt x="2111" y="583"/>
                </a:cubicBezTo>
                <a:cubicBezTo>
                  <a:pt x="2161" y="574"/>
                  <a:pt x="2212" y="571"/>
                  <a:pt x="2263" y="578"/>
                </a:cubicBezTo>
                <a:cubicBezTo>
                  <a:pt x="2313" y="585"/>
                  <a:pt x="2359" y="601"/>
                  <a:pt x="2403" y="627"/>
                </a:cubicBezTo>
                <a:cubicBezTo>
                  <a:pt x="2456" y="660"/>
                  <a:pt x="2498" y="704"/>
                  <a:pt x="2533" y="756"/>
                </a:cubicBezTo>
                <a:cubicBezTo>
                  <a:pt x="2562" y="799"/>
                  <a:pt x="2584" y="846"/>
                  <a:pt x="2604" y="894"/>
                </a:cubicBezTo>
                <a:cubicBezTo>
                  <a:pt x="2610" y="908"/>
                  <a:pt x="2616" y="921"/>
                  <a:pt x="2625" y="933"/>
                </a:cubicBezTo>
                <a:cubicBezTo>
                  <a:pt x="2646" y="961"/>
                  <a:pt x="2672" y="983"/>
                  <a:pt x="2701" y="1003"/>
                </a:cubicBezTo>
                <a:cubicBezTo>
                  <a:pt x="2787" y="1063"/>
                  <a:pt x="2883" y="1101"/>
                  <a:pt x="2985" y="1123"/>
                </a:cubicBezTo>
                <a:cubicBezTo>
                  <a:pt x="2999" y="1127"/>
                  <a:pt x="3013" y="1129"/>
                  <a:pt x="3027" y="1132"/>
                </a:cubicBezTo>
                <a:cubicBezTo>
                  <a:pt x="3023" y="1132"/>
                  <a:pt x="3018" y="1132"/>
                  <a:pt x="3014" y="1132"/>
                </a:cubicBezTo>
                <a:cubicBezTo>
                  <a:pt x="2981" y="1130"/>
                  <a:pt x="2949" y="1128"/>
                  <a:pt x="2916" y="1126"/>
                </a:cubicBezTo>
                <a:cubicBezTo>
                  <a:pt x="2885" y="1124"/>
                  <a:pt x="2854" y="1123"/>
                  <a:pt x="2823" y="1121"/>
                </a:cubicBezTo>
                <a:cubicBezTo>
                  <a:pt x="2790" y="1119"/>
                  <a:pt x="2758" y="1117"/>
                  <a:pt x="2726" y="1116"/>
                </a:cubicBezTo>
                <a:cubicBezTo>
                  <a:pt x="2700" y="1114"/>
                  <a:pt x="2675" y="1113"/>
                  <a:pt x="2649" y="1112"/>
                </a:cubicBezTo>
                <a:cubicBezTo>
                  <a:pt x="2617" y="1110"/>
                  <a:pt x="2584" y="1108"/>
                  <a:pt x="2551" y="1106"/>
                </a:cubicBezTo>
                <a:cubicBezTo>
                  <a:pt x="2520" y="1104"/>
                  <a:pt x="2489" y="1103"/>
                  <a:pt x="2458" y="1101"/>
                </a:cubicBezTo>
                <a:cubicBezTo>
                  <a:pt x="2426" y="1099"/>
                  <a:pt x="2393" y="1097"/>
                  <a:pt x="2360" y="1096"/>
                </a:cubicBezTo>
                <a:cubicBezTo>
                  <a:pt x="2329" y="1094"/>
                  <a:pt x="2298" y="1092"/>
                  <a:pt x="2267" y="1090"/>
                </a:cubicBezTo>
                <a:cubicBezTo>
                  <a:pt x="2234" y="1089"/>
                  <a:pt x="2202" y="1087"/>
                  <a:pt x="2169" y="1085"/>
                </a:cubicBezTo>
                <a:cubicBezTo>
                  <a:pt x="2144" y="1084"/>
                  <a:pt x="2119" y="1082"/>
                  <a:pt x="2093" y="1081"/>
                </a:cubicBezTo>
                <a:cubicBezTo>
                  <a:pt x="2061" y="1079"/>
                  <a:pt x="2029" y="1077"/>
                  <a:pt x="1997" y="1075"/>
                </a:cubicBezTo>
                <a:cubicBezTo>
                  <a:pt x="1965" y="1074"/>
                  <a:pt x="1934" y="1072"/>
                  <a:pt x="1902" y="1070"/>
                </a:cubicBezTo>
                <a:cubicBezTo>
                  <a:pt x="1870" y="1068"/>
                  <a:pt x="1837" y="1067"/>
                  <a:pt x="1804" y="1065"/>
                </a:cubicBezTo>
                <a:cubicBezTo>
                  <a:pt x="1773" y="1063"/>
                  <a:pt x="1742" y="1061"/>
                  <a:pt x="1711" y="1060"/>
                </a:cubicBezTo>
                <a:cubicBezTo>
                  <a:pt x="1679" y="1058"/>
                  <a:pt x="1646" y="1056"/>
                  <a:pt x="1613" y="1054"/>
                </a:cubicBezTo>
                <a:cubicBezTo>
                  <a:pt x="1582" y="1052"/>
                  <a:pt x="1551" y="1051"/>
                  <a:pt x="1520" y="1049"/>
                </a:cubicBezTo>
                <a:cubicBezTo>
                  <a:pt x="1488" y="1047"/>
                  <a:pt x="1455" y="1045"/>
                  <a:pt x="1422" y="1044"/>
                </a:cubicBezTo>
                <a:cubicBezTo>
                  <a:pt x="1397" y="1042"/>
                  <a:pt x="1372" y="1041"/>
                  <a:pt x="1346" y="1039"/>
                </a:cubicBezTo>
                <a:cubicBezTo>
                  <a:pt x="1314" y="1038"/>
                  <a:pt x="1282" y="1036"/>
                  <a:pt x="1249" y="1034"/>
                </a:cubicBezTo>
                <a:cubicBezTo>
                  <a:pt x="1224" y="1033"/>
                  <a:pt x="1198" y="1031"/>
                  <a:pt x="1173" y="1030"/>
                </a:cubicBezTo>
                <a:cubicBezTo>
                  <a:pt x="1140" y="1028"/>
                  <a:pt x="1107" y="1026"/>
                  <a:pt x="1075" y="1024"/>
                </a:cubicBezTo>
                <a:cubicBezTo>
                  <a:pt x="1049" y="1023"/>
                  <a:pt x="1024" y="1022"/>
                  <a:pt x="999" y="1020"/>
                </a:cubicBezTo>
                <a:cubicBezTo>
                  <a:pt x="966" y="1018"/>
                  <a:pt x="934" y="1017"/>
                  <a:pt x="902" y="1015"/>
                </a:cubicBezTo>
                <a:cubicBezTo>
                  <a:pt x="876" y="1013"/>
                  <a:pt x="851" y="1012"/>
                  <a:pt x="825" y="1011"/>
                </a:cubicBezTo>
                <a:cubicBezTo>
                  <a:pt x="793" y="1009"/>
                  <a:pt x="760" y="1007"/>
                  <a:pt x="727" y="1005"/>
                </a:cubicBezTo>
                <a:cubicBezTo>
                  <a:pt x="702" y="1004"/>
                  <a:pt x="677" y="1002"/>
                  <a:pt x="652" y="1001"/>
                </a:cubicBezTo>
                <a:cubicBezTo>
                  <a:pt x="619" y="999"/>
                  <a:pt x="587" y="997"/>
                  <a:pt x="554" y="996"/>
                </a:cubicBezTo>
                <a:cubicBezTo>
                  <a:pt x="529" y="994"/>
                  <a:pt x="503" y="993"/>
                  <a:pt x="478" y="991"/>
                </a:cubicBezTo>
                <a:cubicBezTo>
                  <a:pt x="445" y="990"/>
                  <a:pt x="413" y="988"/>
                  <a:pt x="381" y="986"/>
                </a:cubicBezTo>
                <a:cubicBezTo>
                  <a:pt x="355" y="985"/>
                  <a:pt x="330" y="983"/>
                  <a:pt x="304" y="982"/>
                </a:cubicBezTo>
                <a:cubicBezTo>
                  <a:pt x="272" y="980"/>
                  <a:pt x="240" y="978"/>
                  <a:pt x="208" y="976"/>
                </a:cubicBezTo>
                <a:cubicBezTo>
                  <a:pt x="176" y="975"/>
                  <a:pt x="145" y="973"/>
                  <a:pt x="114" y="971"/>
                </a:cubicBezTo>
                <a:cubicBezTo>
                  <a:pt x="76" y="969"/>
                  <a:pt x="38" y="967"/>
                  <a:pt x="0" y="96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4047175" y="2270200"/>
            <a:ext cx="4041900" cy="8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4047175" y="1096400"/>
            <a:ext cx="1590600" cy="962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9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/>
          <p:nvPr/>
        </p:nvSpPr>
        <p:spPr>
          <a:xfrm rot="-5852739">
            <a:off x="7267462" y="3640610"/>
            <a:ext cx="3295869" cy="1230495"/>
          </a:xfrm>
          <a:custGeom>
            <a:rect b="b" l="l" r="r" t="t"/>
            <a:pathLst>
              <a:path extrusionOk="0" h="1132" w="3027">
                <a:moveTo>
                  <a:pt x="0" y="965"/>
                </a:moveTo>
                <a:cubicBezTo>
                  <a:pt x="0" y="965"/>
                  <a:pt x="0" y="964"/>
                  <a:pt x="0" y="964"/>
                </a:cubicBezTo>
                <a:cubicBezTo>
                  <a:pt x="0" y="963"/>
                  <a:pt x="0" y="962"/>
                  <a:pt x="0" y="961"/>
                </a:cubicBezTo>
                <a:cubicBezTo>
                  <a:pt x="9" y="913"/>
                  <a:pt x="16" y="864"/>
                  <a:pt x="25" y="816"/>
                </a:cubicBezTo>
                <a:cubicBezTo>
                  <a:pt x="38" y="742"/>
                  <a:pt x="52" y="667"/>
                  <a:pt x="66" y="592"/>
                </a:cubicBezTo>
                <a:cubicBezTo>
                  <a:pt x="85" y="488"/>
                  <a:pt x="107" y="385"/>
                  <a:pt x="131" y="282"/>
                </a:cubicBezTo>
                <a:cubicBezTo>
                  <a:pt x="145" y="222"/>
                  <a:pt x="161" y="162"/>
                  <a:pt x="180" y="104"/>
                </a:cubicBezTo>
                <a:cubicBezTo>
                  <a:pt x="189" y="77"/>
                  <a:pt x="198" y="51"/>
                  <a:pt x="212" y="27"/>
                </a:cubicBezTo>
                <a:cubicBezTo>
                  <a:pt x="216" y="20"/>
                  <a:pt x="221" y="14"/>
                  <a:pt x="226" y="8"/>
                </a:cubicBezTo>
                <a:cubicBezTo>
                  <a:pt x="234" y="0"/>
                  <a:pt x="242" y="1"/>
                  <a:pt x="249" y="10"/>
                </a:cubicBezTo>
                <a:cubicBezTo>
                  <a:pt x="284" y="54"/>
                  <a:pt x="325" y="91"/>
                  <a:pt x="371" y="123"/>
                </a:cubicBezTo>
                <a:cubicBezTo>
                  <a:pt x="435" y="168"/>
                  <a:pt x="503" y="202"/>
                  <a:pt x="580" y="217"/>
                </a:cubicBezTo>
                <a:cubicBezTo>
                  <a:pt x="621" y="225"/>
                  <a:pt x="663" y="226"/>
                  <a:pt x="704" y="219"/>
                </a:cubicBezTo>
                <a:cubicBezTo>
                  <a:pt x="774" y="207"/>
                  <a:pt x="844" y="194"/>
                  <a:pt x="914" y="183"/>
                </a:cubicBezTo>
                <a:cubicBezTo>
                  <a:pt x="960" y="176"/>
                  <a:pt x="1006" y="170"/>
                  <a:pt x="1052" y="166"/>
                </a:cubicBezTo>
                <a:cubicBezTo>
                  <a:pt x="1093" y="162"/>
                  <a:pt x="1135" y="159"/>
                  <a:pt x="1176" y="158"/>
                </a:cubicBezTo>
                <a:cubicBezTo>
                  <a:pt x="1247" y="155"/>
                  <a:pt x="1318" y="158"/>
                  <a:pt x="1389" y="171"/>
                </a:cubicBezTo>
                <a:cubicBezTo>
                  <a:pt x="1443" y="181"/>
                  <a:pt x="1495" y="197"/>
                  <a:pt x="1544" y="222"/>
                </a:cubicBezTo>
                <a:cubicBezTo>
                  <a:pt x="1585" y="243"/>
                  <a:pt x="1622" y="269"/>
                  <a:pt x="1651" y="305"/>
                </a:cubicBezTo>
                <a:cubicBezTo>
                  <a:pt x="1668" y="326"/>
                  <a:pt x="1681" y="350"/>
                  <a:pt x="1685" y="377"/>
                </a:cubicBezTo>
                <a:cubicBezTo>
                  <a:pt x="1688" y="402"/>
                  <a:pt x="1681" y="423"/>
                  <a:pt x="1658" y="436"/>
                </a:cubicBezTo>
                <a:cubicBezTo>
                  <a:pt x="1653" y="439"/>
                  <a:pt x="1648" y="443"/>
                  <a:pt x="1643" y="447"/>
                </a:cubicBezTo>
                <a:cubicBezTo>
                  <a:pt x="1607" y="480"/>
                  <a:pt x="1587" y="521"/>
                  <a:pt x="1584" y="570"/>
                </a:cubicBezTo>
                <a:cubicBezTo>
                  <a:pt x="1583" y="595"/>
                  <a:pt x="1589" y="619"/>
                  <a:pt x="1605" y="639"/>
                </a:cubicBezTo>
                <a:cubicBezTo>
                  <a:pt x="1630" y="669"/>
                  <a:pt x="1663" y="682"/>
                  <a:pt x="1701" y="686"/>
                </a:cubicBezTo>
                <a:cubicBezTo>
                  <a:pt x="1732" y="688"/>
                  <a:pt x="1763" y="683"/>
                  <a:pt x="1793" y="675"/>
                </a:cubicBezTo>
                <a:cubicBezTo>
                  <a:pt x="1837" y="665"/>
                  <a:pt x="1880" y="650"/>
                  <a:pt x="1923" y="636"/>
                </a:cubicBezTo>
                <a:cubicBezTo>
                  <a:pt x="1984" y="616"/>
                  <a:pt x="2046" y="595"/>
                  <a:pt x="2111" y="583"/>
                </a:cubicBezTo>
                <a:cubicBezTo>
                  <a:pt x="2161" y="574"/>
                  <a:pt x="2212" y="571"/>
                  <a:pt x="2263" y="578"/>
                </a:cubicBezTo>
                <a:cubicBezTo>
                  <a:pt x="2313" y="585"/>
                  <a:pt x="2359" y="601"/>
                  <a:pt x="2403" y="627"/>
                </a:cubicBezTo>
                <a:cubicBezTo>
                  <a:pt x="2456" y="660"/>
                  <a:pt x="2498" y="704"/>
                  <a:pt x="2533" y="756"/>
                </a:cubicBezTo>
                <a:cubicBezTo>
                  <a:pt x="2562" y="799"/>
                  <a:pt x="2584" y="846"/>
                  <a:pt x="2604" y="894"/>
                </a:cubicBezTo>
                <a:cubicBezTo>
                  <a:pt x="2610" y="908"/>
                  <a:pt x="2616" y="921"/>
                  <a:pt x="2625" y="933"/>
                </a:cubicBezTo>
                <a:cubicBezTo>
                  <a:pt x="2646" y="961"/>
                  <a:pt x="2672" y="983"/>
                  <a:pt x="2701" y="1003"/>
                </a:cubicBezTo>
                <a:cubicBezTo>
                  <a:pt x="2787" y="1063"/>
                  <a:pt x="2883" y="1101"/>
                  <a:pt x="2985" y="1123"/>
                </a:cubicBezTo>
                <a:cubicBezTo>
                  <a:pt x="2999" y="1127"/>
                  <a:pt x="3013" y="1129"/>
                  <a:pt x="3027" y="1132"/>
                </a:cubicBezTo>
                <a:cubicBezTo>
                  <a:pt x="3023" y="1132"/>
                  <a:pt x="3018" y="1132"/>
                  <a:pt x="3014" y="1132"/>
                </a:cubicBezTo>
                <a:cubicBezTo>
                  <a:pt x="2981" y="1130"/>
                  <a:pt x="2949" y="1128"/>
                  <a:pt x="2916" y="1126"/>
                </a:cubicBezTo>
                <a:cubicBezTo>
                  <a:pt x="2885" y="1124"/>
                  <a:pt x="2854" y="1123"/>
                  <a:pt x="2823" y="1121"/>
                </a:cubicBezTo>
                <a:cubicBezTo>
                  <a:pt x="2790" y="1119"/>
                  <a:pt x="2758" y="1117"/>
                  <a:pt x="2726" y="1116"/>
                </a:cubicBezTo>
                <a:cubicBezTo>
                  <a:pt x="2700" y="1114"/>
                  <a:pt x="2675" y="1113"/>
                  <a:pt x="2649" y="1112"/>
                </a:cubicBezTo>
                <a:cubicBezTo>
                  <a:pt x="2617" y="1110"/>
                  <a:pt x="2584" y="1108"/>
                  <a:pt x="2551" y="1106"/>
                </a:cubicBezTo>
                <a:cubicBezTo>
                  <a:pt x="2520" y="1104"/>
                  <a:pt x="2489" y="1103"/>
                  <a:pt x="2458" y="1101"/>
                </a:cubicBezTo>
                <a:cubicBezTo>
                  <a:pt x="2426" y="1099"/>
                  <a:pt x="2393" y="1097"/>
                  <a:pt x="2360" y="1096"/>
                </a:cubicBezTo>
                <a:cubicBezTo>
                  <a:pt x="2329" y="1094"/>
                  <a:pt x="2298" y="1092"/>
                  <a:pt x="2267" y="1090"/>
                </a:cubicBezTo>
                <a:cubicBezTo>
                  <a:pt x="2234" y="1089"/>
                  <a:pt x="2202" y="1087"/>
                  <a:pt x="2169" y="1085"/>
                </a:cubicBezTo>
                <a:cubicBezTo>
                  <a:pt x="2144" y="1084"/>
                  <a:pt x="2119" y="1082"/>
                  <a:pt x="2093" y="1081"/>
                </a:cubicBezTo>
                <a:cubicBezTo>
                  <a:pt x="2061" y="1079"/>
                  <a:pt x="2029" y="1077"/>
                  <a:pt x="1997" y="1075"/>
                </a:cubicBezTo>
                <a:cubicBezTo>
                  <a:pt x="1965" y="1074"/>
                  <a:pt x="1934" y="1072"/>
                  <a:pt x="1902" y="1070"/>
                </a:cubicBezTo>
                <a:cubicBezTo>
                  <a:pt x="1870" y="1068"/>
                  <a:pt x="1837" y="1067"/>
                  <a:pt x="1804" y="1065"/>
                </a:cubicBezTo>
                <a:cubicBezTo>
                  <a:pt x="1773" y="1063"/>
                  <a:pt x="1742" y="1061"/>
                  <a:pt x="1711" y="1060"/>
                </a:cubicBezTo>
                <a:cubicBezTo>
                  <a:pt x="1679" y="1058"/>
                  <a:pt x="1646" y="1056"/>
                  <a:pt x="1613" y="1054"/>
                </a:cubicBezTo>
                <a:cubicBezTo>
                  <a:pt x="1582" y="1052"/>
                  <a:pt x="1551" y="1051"/>
                  <a:pt x="1520" y="1049"/>
                </a:cubicBezTo>
                <a:cubicBezTo>
                  <a:pt x="1488" y="1047"/>
                  <a:pt x="1455" y="1045"/>
                  <a:pt x="1422" y="1044"/>
                </a:cubicBezTo>
                <a:cubicBezTo>
                  <a:pt x="1397" y="1042"/>
                  <a:pt x="1372" y="1041"/>
                  <a:pt x="1346" y="1039"/>
                </a:cubicBezTo>
                <a:cubicBezTo>
                  <a:pt x="1314" y="1038"/>
                  <a:pt x="1282" y="1036"/>
                  <a:pt x="1249" y="1034"/>
                </a:cubicBezTo>
                <a:cubicBezTo>
                  <a:pt x="1224" y="1033"/>
                  <a:pt x="1198" y="1031"/>
                  <a:pt x="1173" y="1030"/>
                </a:cubicBezTo>
                <a:cubicBezTo>
                  <a:pt x="1140" y="1028"/>
                  <a:pt x="1107" y="1026"/>
                  <a:pt x="1075" y="1024"/>
                </a:cubicBezTo>
                <a:cubicBezTo>
                  <a:pt x="1049" y="1023"/>
                  <a:pt x="1024" y="1022"/>
                  <a:pt x="999" y="1020"/>
                </a:cubicBezTo>
                <a:cubicBezTo>
                  <a:pt x="966" y="1018"/>
                  <a:pt x="934" y="1017"/>
                  <a:pt x="902" y="1015"/>
                </a:cubicBezTo>
                <a:cubicBezTo>
                  <a:pt x="876" y="1013"/>
                  <a:pt x="851" y="1012"/>
                  <a:pt x="825" y="1011"/>
                </a:cubicBezTo>
                <a:cubicBezTo>
                  <a:pt x="793" y="1009"/>
                  <a:pt x="760" y="1007"/>
                  <a:pt x="727" y="1005"/>
                </a:cubicBezTo>
                <a:cubicBezTo>
                  <a:pt x="702" y="1004"/>
                  <a:pt x="677" y="1002"/>
                  <a:pt x="652" y="1001"/>
                </a:cubicBezTo>
                <a:cubicBezTo>
                  <a:pt x="619" y="999"/>
                  <a:pt x="587" y="997"/>
                  <a:pt x="554" y="996"/>
                </a:cubicBezTo>
                <a:cubicBezTo>
                  <a:pt x="529" y="994"/>
                  <a:pt x="503" y="993"/>
                  <a:pt x="478" y="991"/>
                </a:cubicBezTo>
                <a:cubicBezTo>
                  <a:pt x="445" y="990"/>
                  <a:pt x="413" y="988"/>
                  <a:pt x="381" y="986"/>
                </a:cubicBezTo>
                <a:cubicBezTo>
                  <a:pt x="355" y="985"/>
                  <a:pt x="330" y="983"/>
                  <a:pt x="304" y="982"/>
                </a:cubicBezTo>
                <a:cubicBezTo>
                  <a:pt x="272" y="980"/>
                  <a:pt x="240" y="978"/>
                  <a:pt x="208" y="976"/>
                </a:cubicBezTo>
                <a:cubicBezTo>
                  <a:pt x="176" y="975"/>
                  <a:pt x="145" y="973"/>
                  <a:pt x="114" y="971"/>
                </a:cubicBezTo>
                <a:cubicBezTo>
                  <a:pt x="76" y="969"/>
                  <a:pt x="38" y="967"/>
                  <a:pt x="0" y="96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 flipH="1">
            <a:off x="-672822" y="2894912"/>
            <a:ext cx="4159025" cy="2753726"/>
          </a:xfrm>
          <a:custGeom>
            <a:rect b="b" l="l" r="r" t="t"/>
            <a:pathLst>
              <a:path extrusionOk="0" h="967" w="1458">
                <a:moveTo>
                  <a:pt x="991" y="178"/>
                </a:moveTo>
                <a:cubicBezTo>
                  <a:pt x="991" y="178"/>
                  <a:pt x="876" y="322"/>
                  <a:pt x="438" y="443"/>
                </a:cubicBezTo>
                <a:cubicBezTo>
                  <a:pt x="0" y="564"/>
                  <a:pt x="248" y="944"/>
                  <a:pt x="501" y="910"/>
                </a:cubicBezTo>
                <a:cubicBezTo>
                  <a:pt x="755" y="875"/>
                  <a:pt x="1147" y="967"/>
                  <a:pt x="1302" y="789"/>
                </a:cubicBezTo>
                <a:cubicBezTo>
                  <a:pt x="1458" y="610"/>
                  <a:pt x="1417" y="103"/>
                  <a:pt x="1268" y="52"/>
                </a:cubicBezTo>
                <a:cubicBezTo>
                  <a:pt x="1118" y="0"/>
                  <a:pt x="991" y="178"/>
                  <a:pt x="991" y="17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 flipH="1">
            <a:off x="7180928" y="-1819513"/>
            <a:ext cx="4159025" cy="2753726"/>
          </a:xfrm>
          <a:custGeom>
            <a:rect b="b" l="l" r="r" t="t"/>
            <a:pathLst>
              <a:path extrusionOk="0" h="967" w="1458">
                <a:moveTo>
                  <a:pt x="991" y="178"/>
                </a:moveTo>
                <a:cubicBezTo>
                  <a:pt x="991" y="178"/>
                  <a:pt x="876" y="322"/>
                  <a:pt x="438" y="443"/>
                </a:cubicBezTo>
                <a:cubicBezTo>
                  <a:pt x="0" y="564"/>
                  <a:pt x="248" y="944"/>
                  <a:pt x="501" y="910"/>
                </a:cubicBezTo>
                <a:cubicBezTo>
                  <a:pt x="755" y="875"/>
                  <a:pt x="1147" y="967"/>
                  <a:pt x="1302" y="789"/>
                </a:cubicBezTo>
                <a:cubicBezTo>
                  <a:pt x="1458" y="610"/>
                  <a:pt x="1417" y="103"/>
                  <a:pt x="1268" y="52"/>
                </a:cubicBezTo>
                <a:cubicBezTo>
                  <a:pt x="1118" y="0"/>
                  <a:pt x="991" y="178"/>
                  <a:pt x="991" y="17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 flipH="1" rot="4873156">
            <a:off x="-1295433" y="4173988"/>
            <a:ext cx="3295862" cy="1230496"/>
          </a:xfrm>
          <a:custGeom>
            <a:rect b="b" l="l" r="r" t="t"/>
            <a:pathLst>
              <a:path extrusionOk="0" h="1132" w="3027">
                <a:moveTo>
                  <a:pt x="0" y="965"/>
                </a:moveTo>
                <a:cubicBezTo>
                  <a:pt x="0" y="965"/>
                  <a:pt x="0" y="964"/>
                  <a:pt x="0" y="964"/>
                </a:cubicBezTo>
                <a:cubicBezTo>
                  <a:pt x="0" y="963"/>
                  <a:pt x="0" y="962"/>
                  <a:pt x="0" y="961"/>
                </a:cubicBezTo>
                <a:cubicBezTo>
                  <a:pt x="9" y="913"/>
                  <a:pt x="16" y="864"/>
                  <a:pt x="25" y="816"/>
                </a:cubicBezTo>
                <a:cubicBezTo>
                  <a:pt x="38" y="742"/>
                  <a:pt x="52" y="667"/>
                  <a:pt x="66" y="592"/>
                </a:cubicBezTo>
                <a:cubicBezTo>
                  <a:pt x="85" y="488"/>
                  <a:pt x="107" y="385"/>
                  <a:pt x="131" y="282"/>
                </a:cubicBezTo>
                <a:cubicBezTo>
                  <a:pt x="145" y="222"/>
                  <a:pt x="161" y="162"/>
                  <a:pt x="180" y="104"/>
                </a:cubicBezTo>
                <a:cubicBezTo>
                  <a:pt x="189" y="77"/>
                  <a:pt x="198" y="51"/>
                  <a:pt x="212" y="27"/>
                </a:cubicBezTo>
                <a:cubicBezTo>
                  <a:pt x="216" y="20"/>
                  <a:pt x="221" y="14"/>
                  <a:pt x="226" y="8"/>
                </a:cubicBezTo>
                <a:cubicBezTo>
                  <a:pt x="234" y="0"/>
                  <a:pt x="242" y="1"/>
                  <a:pt x="249" y="10"/>
                </a:cubicBezTo>
                <a:cubicBezTo>
                  <a:pt x="284" y="54"/>
                  <a:pt x="325" y="91"/>
                  <a:pt x="371" y="123"/>
                </a:cubicBezTo>
                <a:cubicBezTo>
                  <a:pt x="435" y="168"/>
                  <a:pt x="503" y="202"/>
                  <a:pt x="580" y="217"/>
                </a:cubicBezTo>
                <a:cubicBezTo>
                  <a:pt x="621" y="225"/>
                  <a:pt x="663" y="226"/>
                  <a:pt x="704" y="219"/>
                </a:cubicBezTo>
                <a:cubicBezTo>
                  <a:pt x="774" y="207"/>
                  <a:pt x="844" y="194"/>
                  <a:pt x="914" y="183"/>
                </a:cubicBezTo>
                <a:cubicBezTo>
                  <a:pt x="960" y="176"/>
                  <a:pt x="1006" y="170"/>
                  <a:pt x="1052" y="166"/>
                </a:cubicBezTo>
                <a:cubicBezTo>
                  <a:pt x="1093" y="162"/>
                  <a:pt x="1135" y="159"/>
                  <a:pt x="1176" y="158"/>
                </a:cubicBezTo>
                <a:cubicBezTo>
                  <a:pt x="1247" y="155"/>
                  <a:pt x="1318" y="158"/>
                  <a:pt x="1389" y="171"/>
                </a:cubicBezTo>
                <a:cubicBezTo>
                  <a:pt x="1443" y="181"/>
                  <a:pt x="1495" y="197"/>
                  <a:pt x="1544" y="222"/>
                </a:cubicBezTo>
                <a:cubicBezTo>
                  <a:pt x="1585" y="243"/>
                  <a:pt x="1622" y="269"/>
                  <a:pt x="1651" y="305"/>
                </a:cubicBezTo>
                <a:cubicBezTo>
                  <a:pt x="1668" y="326"/>
                  <a:pt x="1681" y="350"/>
                  <a:pt x="1685" y="377"/>
                </a:cubicBezTo>
                <a:cubicBezTo>
                  <a:pt x="1688" y="402"/>
                  <a:pt x="1681" y="423"/>
                  <a:pt x="1658" y="436"/>
                </a:cubicBezTo>
                <a:cubicBezTo>
                  <a:pt x="1653" y="439"/>
                  <a:pt x="1648" y="443"/>
                  <a:pt x="1643" y="447"/>
                </a:cubicBezTo>
                <a:cubicBezTo>
                  <a:pt x="1607" y="480"/>
                  <a:pt x="1587" y="521"/>
                  <a:pt x="1584" y="570"/>
                </a:cubicBezTo>
                <a:cubicBezTo>
                  <a:pt x="1583" y="595"/>
                  <a:pt x="1589" y="619"/>
                  <a:pt x="1605" y="639"/>
                </a:cubicBezTo>
                <a:cubicBezTo>
                  <a:pt x="1630" y="669"/>
                  <a:pt x="1663" y="682"/>
                  <a:pt x="1701" y="686"/>
                </a:cubicBezTo>
                <a:cubicBezTo>
                  <a:pt x="1732" y="688"/>
                  <a:pt x="1763" y="683"/>
                  <a:pt x="1793" y="675"/>
                </a:cubicBezTo>
                <a:cubicBezTo>
                  <a:pt x="1837" y="665"/>
                  <a:pt x="1880" y="650"/>
                  <a:pt x="1923" y="636"/>
                </a:cubicBezTo>
                <a:cubicBezTo>
                  <a:pt x="1984" y="616"/>
                  <a:pt x="2046" y="595"/>
                  <a:pt x="2111" y="583"/>
                </a:cubicBezTo>
                <a:cubicBezTo>
                  <a:pt x="2161" y="574"/>
                  <a:pt x="2212" y="571"/>
                  <a:pt x="2263" y="578"/>
                </a:cubicBezTo>
                <a:cubicBezTo>
                  <a:pt x="2313" y="585"/>
                  <a:pt x="2359" y="601"/>
                  <a:pt x="2403" y="627"/>
                </a:cubicBezTo>
                <a:cubicBezTo>
                  <a:pt x="2456" y="660"/>
                  <a:pt x="2498" y="704"/>
                  <a:pt x="2533" y="756"/>
                </a:cubicBezTo>
                <a:cubicBezTo>
                  <a:pt x="2562" y="799"/>
                  <a:pt x="2584" y="846"/>
                  <a:pt x="2604" y="894"/>
                </a:cubicBezTo>
                <a:cubicBezTo>
                  <a:pt x="2610" y="908"/>
                  <a:pt x="2616" y="921"/>
                  <a:pt x="2625" y="933"/>
                </a:cubicBezTo>
                <a:cubicBezTo>
                  <a:pt x="2646" y="961"/>
                  <a:pt x="2672" y="983"/>
                  <a:pt x="2701" y="1003"/>
                </a:cubicBezTo>
                <a:cubicBezTo>
                  <a:pt x="2787" y="1063"/>
                  <a:pt x="2883" y="1101"/>
                  <a:pt x="2985" y="1123"/>
                </a:cubicBezTo>
                <a:cubicBezTo>
                  <a:pt x="2999" y="1127"/>
                  <a:pt x="3013" y="1129"/>
                  <a:pt x="3027" y="1132"/>
                </a:cubicBezTo>
                <a:cubicBezTo>
                  <a:pt x="3023" y="1132"/>
                  <a:pt x="3018" y="1132"/>
                  <a:pt x="3014" y="1132"/>
                </a:cubicBezTo>
                <a:cubicBezTo>
                  <a:pt x="2981" y="1130"/>
                  <a:pt x="2949" y="1128"/>
                  <a:pt x="2916" y="1126"/>
                </a:cubicBezTo>
                <a:cubicBezTo>
                  <a:pt x="2885" y="1124"/>
                  <a:pt x="2854" y="1123"/>
                  <a:pt x="2823" y="1121"/>
                </a:cubicBezTo>
                <a:cubicBezTo>
                  <a:pt x="2790" y="1119"/>
                  <a:pt x="2758" y="1117"/>
                  <a:pt x="2726" y="1116"/>
                </a:cubicBezTo>
                <a:cubicBezTo>
                  <a:pt x="2700" y="1114"/>
                  <a:pt x="2675" y="1113"/>
                  <a:pt x="2649" y="1112"/>
                </a:cubicBezTo>
                <a:cubicBezTo>
                  <a:pt x="2617" y="1110"/>
                  <a:pt x="2584" y="1108"/>
                  <a:pt x="2551" y="1106"/>
                </a:cubicBezTo>
                <a:cubicBezTo>
                  <a:pt x="2520" y="1104"/>
                  <a:pt x="2489" y="1103"/>
                  <a:pt x="2458" y="1101"/>
                </a:cubicBezTo>
                <a:cubicBezTo>
                  <a:pt x="2426" y="1099"/>
                  <a:pt x="2393" y="1097"/>
                  <a:pt x="2360" y="1096"/>
                </a:cubicBezTo>
                <a:cubicBezTo>
                  <a:pt x="2329" y="1094"/>
                  <a:pt x="2298" y="1092"/>
                  <a:pt x="2267" y="1090"/>
                </a:cubicBezTo>
                <a:cubicBezTo>
                  <a:pt x="2234" y="1089"/>
                  <a:pt x="2202" y="1087"/>
                  <a:pt x="2169" y="1085"/>
                </a:cubicBezTo>
                <a:cubicBezTo>
                  <a:pt x="2144" y="1084"/>
                  <a:pt x="2119" y="1082"/>
                  <a:pt x="2093" y="1081"/>
                </a:cubicBezTo>
                <a:cubicBezTo>
                  <a:pt x="2061" y="1079"/>
                  <a:pt x="2029" y="1077"/>
                  <a:pt x="1997" y="1075"/>
                </a:cubicBezTo>
                <a:cubicBezTo>
                  <a:pt x="1965" y="1074"/>
                  <a:pt x="1934" y="1072"/>
                  <a:pt x="1902" y="1070"/>
                </a:cubicBezTo>
                <a:cubicBezTo>
                  <a:pt x="1870" y="1068"/>
                  <a:pt x="1837" y="1067"/>
                  <a:pt x="1804" y="1065"/>
                </a:cubicBezTo>
                <a:cubicBezTo>
                  <a:pt x="1773" y="1063"/>
                  <a:pt x="1742" y="1061"/>
                  <a:pt x="1711" y="1060"/>
                </a:cubicBezTo>
                <a:cubicBezTo>
                  <a:pt x="1679" y="1058"/>
                  <a:pt x="1646" y="1056"/>
                  <a:pt x="1613" y="1054"/>
                </a:cubicBezTo>
                <a:cubicBezTo>
                  <a:pt x="1582" y="1052"/>
                  <a:pt x="1551" y="1051"/>
                  <a:pt x="1520" y="1049"/>
                </a:cubicBezTo>
                <a:cubicBezTo>
                  <a:pt x="1488" y="1047"/>
                  <a:pt x="1455" y="1045"/>
                  <a:pt x="1422" y="1044"/>
                </a:cubicBezTo>
                <a:cubicBezTo>
                  <a:pt x="1397" y="1042"/>
                  <a:pt x="1372" y="1041"/>
                  <a:pt x="1346" y="1039"/>
                </a:cubicBezTo>
                <a:cubicBezTo>
                  <a:pt x="1314" y="1038"/>
                  <a:pt x="1282" y="1036"/>
                  <a:pt x="1249" y="1034"/>
                </a:cubicBezTo>
                <a:cubicBezTo>
                  <a:pt x="1224" y="1033"/>
                  <a:pt x="1198" y="1031"/>
                  <a:pt x="1173" y="1030"/>
                </a:cubicBezTo>
                <a:cubicBezTo>
                  <a:pt x="1140" y="1028"/>
                  <a:pt x="1107" y="1026"/>
                  <a:pt x="1075" y="1024"/>
                </a:cubicBezTo>
                <a:cubicBezTo>
                  <a:pt x="1049" y="1023"/>
                  <a:pt x="1024" y="1022"/>
                  <a:pt x="999" y="1020"/>
                </a:cubicBezTo>
                <a:cubicBezTo>
                  <a:pt x="966" y="1018"/>
                  <a:pt x="934" y="1017"/>
                  <a:pt x="902" y="1015"/>
                </a:cubicBezTo>
                <a:cubicBezTo>
                  <a:pt x="876" y="1013"/>
                  <a:pt x="851" y="1012"/>
                  <a:pt x="825" y="1011"/>
                </a:cubicBezTo>
                <a:cubicBezTo>
                  <a:pt x="793" y="1009"/>
                  <a:pt x="760" y="1007"/>
                  <a:pt x="727" y="1005"/>
                </a:cubicBezTo>
                <a:cubicBezTo>
                  <a:pt x="702" y="1004"/>
                  <a:pt x="677" y="1002"/>
                  <a:pt x="652" y="1001"/>
                </a:cubicBezTo>
                <a:cubicBezTo>
                  <a:pt x="619" y="999"/>
                  <a:pt x="587" y="997"/>
                  <a:pt x="554" y="996"/>
                </a:cubicBezTo>
                <a:cubicBezTo>
                  <a:pt x="529" y="994"/>
                  <a:pt x="503" y="993"/>
                  <a:pt x="478" y="991"/>
                </a:cubicBezTo>
                <a:cubicBezTo>
                  <a:pt x="445" y="990"/>
                  <a:pt x="413" y="988"/>
                  <a:pt x="381" y="986"/>
                </a:cubicBezTo>
                <a:cubicBezTo>
                  <a:pt x="355" y="985"/>
                  <a:pt x="330" y="983"/>
                  <a:pt x="304" y="982"/>
                </a:cubicBezTo>
                <a:cubicBezTo>
                  <a:pt x="272" y="980"/>
                  <a:pt x="240" y="978"/>
                  <a:pt x="208" y="976"/>
                </a:cubicBezTo>
                <a:cubicBezTo>
                  <a:pt x="176" y="975"/>
                  <a:pt x="145" y="973"/>
                  <a:pt x="114" y="971"/>
                </a:cubicBezTo>
                <a:cubicBezTo>
                  <a:pt x="76" y="969"/>
                  <a:pt x="38" y="967"/>
                  <a:pt x="0" y="96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subTitle"/>
          </p:nvPr>
        </p:nvSpPr>
        <p:spPr>
          <a:xfrm>
            <a:off x="4923249" y="2269349"/>
            <a:ext cx="2505600" cy="17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2" type="subTitle"/>
          </p:nvPr>
        </p:nvSpPr>
        <p:spPr>
          <a:xfrm>
            <a:off x="1715375" y="2269349"/>
            <a:ext cx="2505600" cy="17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3" type="subTitle"/>
          </p:nvPr>
        </p:nvSpPr>
        <p:spPr>
          <a:xfrm>
            <a:off x="1715375" y="1695690"/>
            <a:ext cx="2505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4" type="subTitle"/>
          </p:nvPr>
        </p:nvSpPr>
        <p:spPr>
          <a:xfrm>
            <a:off x="4923250" y="1695690"/>
            <a:ext cx="2505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8" name="Google Shape;28;p5"/>
          <p:cNvSpPr/>
          <p:nvPr/>
        </p:nvSpPr>
        <p:spPr>
          <a:xfrm flipH="1">
            <a:off x="-1118347" y="-2218738"/>
            <a:ext cx="4159025" cy="2753726"/>
          </a:xfrm>
          <a:custGeom>
            <a:rect b="b" l="l" r="r" t="t"/>
            <a:pathLst>
              <a:path extrusionOk="0" h="967" w="1458">
                <a:moveTo>
                  <a:pt x="991" y="178"/>
                </a:moveTo>
                <a:cubicBezTo>
                  <a:pt x="991" y="178"/>
                  <a:pt x="876" y="322"/>
                  <a:pt x="438" y="443"/>
                </a:cubicBezTo>
                <a:cubicBezTo>
                  <a:pt x="0" y="564"/>
                  <a:pt x="248" y="944"/>
                  <a:pt x="501" y="910"/>
                </a:cubicBezTo>
                <a:cubicBezTo>
                  <a:pt x="755" y="875"/>
                  <a:pt x="1147" y="967"/>
                  <a:pt x="1302" y="789"/>
                </a:cubicBezTo>
                <a:cubicBezTo>
                  <a:pt x="1458" y="610"/>
                  <a:pt x="1417" y="103"/>
                  <a:pt x="1268" y="52"/>
                </a:cubicBezTo>
                <a:cubicBezTo>
                  <a:pt x="1118" y="0"/>
                  <a:pt x="991" y="178"/>
                  <a:pt x="991" y="17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5"/>
          <p:cNvSpPr/>
          <p:nvPr/>
        </p:nvSpPr>
        <p:spPr>
          <a:xfrm rot="10624175">
            <a:off x="5341537" y="-375449"/>
            <a:ext cx="5929155" cy="2213648"/>
          </a:xfrm>
          <a:custGeom>
            <a:rect b="b" l="l" r="r" t="t"/>
            <a:pathLst>
              <a:path extrusionOk="0" h="1132" w="3027">
                <a:moveTo>
                  <a:pt x="0" y="965"/>
                </a:moveTo>
                <a:cubicBezTo>
                  <a:pt x="0" y="965"/>
                  <a:pt x="0" y="964"/>
                  <a:pt x="0" y="964"/>
                </a:cubicBezTo>
                <a:cubicBezTo>
                  <a:pt x="0" y="963"/>
                  <a:pt x="0" y="962"/>
                  <a:pt x="0" y="961"/>
                </a:cubicBezTo>
                <a:cubicBezTo>
                  <a:pt x="9" y="913"/>
                  <a:pt x="16" y="864"/>
                  <a:pt x="25" y="816"/>
                </a:cubicBezTo>
                <a:cubicBezTo>
                  <a:pt x="38" y="742"/>
                  <a:pt x="52" y="667"/>
                  <a:pt x="66" y="592"/>
                </a:cubicBezTo>
                <a:cubicBezTo>
                  <a:pt x="85" y="488"/>
                  <a:pt x="107" y="385"/>
                  <a:pt x="131" y="282"/>
                </a:cubicBezTo>
                <a:cubicBezTo>
                  <a:pt x="145" y="222"/>
                  <a:pt x="161" y="162"/>
                  <a:pt x="180" y="104"/>
                </a:cubicBezTo>
                <a:cubicBezTo>
                  <a:pt x="189" y="77"/>
                  <a:pt x="198" y="51"/>
                  <a:pt x="212" y="27"/>
                </a:cubicBezTo>
                <a:cubicBezTo>
                  <a:pt x="216" y="20"/>
                  <a:pt x="221" y="14"/>
                  <a:pt x="226" y="8"/>
                </a:cubicBezTo>
                <a:cubicBezTo>
                  <a:pt x="234" y="0"/>
                  <a:pt x="242" y="1"/>
                  <a:pt x="249" y="10"/>
                </a:cubicBezTo>
                <a:cubicBezTo>
                  <a:pt x="284" y="54"/>
                  <a:pt x="325" y="91"/>
                  <a:pt x="371" y="123"/>
                </a:cubicBezTo>
                <a:cubicBezTo>
                  <a:pt x="435" y="168"/>
                  <a:pt x="503" y="202"/>
                  <a:pt x="580" y="217"/>
                </a:cubicBezTo>
                <a:cubicBezTo>
                  <a:pt x="621" y="225"/>
                  <a:pt x="663" y="226"/>
                  <a:pt x="704" y="219"/>
                </a:cubicBezTo>
                <a:cubicBezTo>
                  <a:pt x="774" y="207"/>
                  <a:pt x="844" y="194"/>
                  <a:pt x="914" y="183"/>
                </a:cubicBezTo>
                <a:cubicBezTo>
                  <a:pt x="960" y="176"/>
                  <a:pt x="1006" y="170"/>
                  <a:pt x="1052" y="166"/>
                </a:cubicBezTo>
                <a:cubicBezTo>
                  <a:pt x="1093" y="162"/>
                  <a:pt x="1135" y="159"/>
                  <a:pt x="1176" y="158"/>
                </a:cubicBezTo>
                <a:cubicBezTo>
                  <a:pt x="1247" y="155"/>
                  <a:pt x="1318" y="158"/>
                  <a:pt x="1389" y="171"/>
                </a:cubicBezTo>
                <a:cubicBezTo>
                  <a:pt x="1443" y="181"/>
                  <a:pt x="1495" y="197"/>
                  <a:pt x="1544" y="222"/>
                </a:cubicBezTo>
                <a:cubicBezTo>
                  <a:pt x="1585" y="243"/>
                  <a:pt x="1622" y="269"/>
                  <a:pt x="1651" y="305"/>
                </a:cubicBezTo>
                <a:cubicBezTo>
                  <a:pt x="1668" y="326"/>
                  <a:pt x="1681" y="350"/>
                  <a:pt x="1685" y="377"/>
                </a:cubicBezTo>
                <a:cubicBezTo>
                  <a:pt x="1688" y="402"/>
                  <a:pt x="1681" y="423"/>
                  <a:pt x="1658" y="436"/>
                </a:cubicBezTo>
                <a:cubicBezTo>
                  <a:pt x="1653" y="439"/>
                  <a:pt x="1648" y="443"/>
                  <a:pt x="1643" y="447"/>
                </a:cubicBezTo>
                <a:cubicBezTo>
                  <a:pt x="1607" y="480"/>
                  <a:pt x="1587" y="521"/>
                  <a:pt x="1584" y="570"/>
                </a:cubicBezTo>
                <a:cubicBezTo>
                  <a:pt x="1583" y="595"/>
                  <a:pt x="1589" y="619"/>
                  <a:pt x="1605" y="639"/>
                </a:cubicBezTo>
                <a:cubicBezTo>
                  <a:pt x="1630" y="669"/>
                  <a:pt x="1663" y="682"/>
                  <a:pt x="1701" y="686"/>
                </a:cubicBezTo>
                <a:cubicBezTo>
                  <a:pt x="1732" y="688"/>
                  <a:pt x="1763" y="683"/>
                  <a:pt x="1793" y="675"/>
                </a:cubicBezTo>
                <a:cubicBezTo>
                  <a:pt x="1837" y="665"/>
                  <a:pt x="1880" y="650"/>
                  <a:pt x="1923" y="636"/>
                </a:cubicBezTo>
                <a:cubicBezTo>
                  <a:pt x="1984" y="616"/>
                  <a:pt x="2046" y="595"/>
                  <a:pt x="2111" y="583"/>
                </a:cubicBezTo>
                <a:cubicBezTo>
                  <a:pt x="2161" y="574"/>
                  <a:pt x="2212" y="571"/>
                  <a:pt x="2263" y="578"/>
                </a:cubicBezTo>
                <a:cubicBezTo>
                  <a:pt x="2313" y="585"/>
                  <a:pt x="2359" y="601"/>
                  <a:pt x="2403" y="627"/>
                </a:cubicBezTo>
                <a:cubicBezTo>
                  <a:pt x="2456" y="660"/>
                  <a:pt x="2498" y="704"/>
                  <a:pt x="2533" y="756"/>
                </a:cubicBezTo>
                <a:cubicBezTo>
                  <a:pt x="2562" y="799"/>
                  <a:pt x="2584" y="846"/>
                  <a:pt x="2604" y="894"/>
                </a:cubicBezTo>
                <a:cubicBezTo>
                  <a:pt x="2610" y="908"/>
                  <a:pt x="2616" y="921"/>
                  <a:pt x="2625" y="933"/>
                </a:cubicBezTo>
                <a:cubicBezTo>
                  <a:pt x="2646" y="961"/>
                  <a:pt x="2672" y="983"/>
                  <a:pt x="2701" y="1003"/>
                </a:cubicBezTo>
                <a:cubicBezTo>
                  <a:pt x="2787" y="1063"/>
                  <a:pt x="2883" y="1101"/>
                  <a:pt x="2985" y="1123"/>
                </a:cubicBezTo>
                <a:cubicBezTo>
                  <a:pt x="2999" y="1127"/>
                  <a:pt x="3013" y="1129"/>
                  <a:pt x="3027" y="1132"/>
                </a:cubicBezTo>
                <a:cubicBezTo>
                  <a:pt x="3023" y="1132"/>
                  <a:pt x="3018" y="1132"/>
                  <a:pt x="3014" y="1132"/>
                </a:cubicBezTo>
                <a:cubicBezTo>
                  <a:pt x="2981" y="1130"/>
                  <a:pt x="2949" y="1128"/>
                  <a:pt x="2916" y="1126"/>
                </a:cubicBezTo>
                <a:cubicBezTo>
                  <a:pt x="2885" y="1124"/>
                  <a:pt x="2854" y="1123"/>
                  <a:pt x="2823" y="1121"/>
                </a:cubicBezTo>
                <a:cubicBezTo>
                  <a:pt x="2790" y="1119"/>
                  <a:pt x="2758" y="1117"/>
                  <a:pt x="2726" y="1116"/>
                </a:cubicBezTo>
                <a:cubicBezTo>
                  <a:pt x="2700" y="1114"/>
                  <a:pt x="2675" y="1113"/>
                  <a:pt x="2649" y="1112"/>
                </a:cubicBezTo>
                <a:cubicBezTo>
                  <a:pt x="2617" y="1110"/>
                  <a:pt x="2584" y="1108"/>
                  <a:pt x="2551" y="1106"/>
                </a:cubicBezTo>
                <a:cubicBezTo>
                  <a:pt x="2520" y="1104"/>
                  <a:pt x="2489" y="1103"/>
                  <a:pt x="2458" y="1101"/>
                </a:cubicBezTo>
                <a:cubicBezTo>
                  <a:pt x="2426" y="1099"/>
                  <a:pt x="2393" y="1097"/>
                  <a:pt x="2360" y="1096"/>
                </a:cubicBezTo>
                <a:cubicBezTo>
                  <a:pt x="2329" y="1094"/>
                  <a:pt x="2298" y="1092"/>
                  <a:pt x="2267" y="1090"/>
                </a:cubicBezTo>
                <a:cubicBezTo>
                  <a:pt x="2234" y="1089"/>
                  <a:pt x="2202" y="1087"/>
                  <a:pt x="2169" y="1085"/>
                </a:cubicBezTo>
                <a:cubicBezTo>
                  <a:pt x="2144" y="1084"/>
                  <a:pt x="2119" y="1082"/>
                  <a:pt x="2093" y="1081"/>
                </a:cubicBezTo>
                <a:cubicBezTo>
                  <a:pt x="2061" y="1079"/>
                  <a:pt x="2029" y="1077"/>
                  <a:pt x="1997" y="1075"/>
                </a:cubicBezTo>
                <a:cubicBezTo>
                  <a:pt x="1965" y="1074"/>
                  <a:pt x="1934" y="1072"/>
                  <a:pt x="1902" y="1070"/>
                </a:cubicBezTo>
                <a:cubicBezTo>
                  <a:pt x="1870" y="1068"/>
                  <a:pt x="1837" y="1067"/>
                  <a:pt x="1804" y="1065"/>
                </a:cubicBezTo>
                <a:cubicBezTo>
                  <a:pt x="1773" y="1063"/>
                  <a:pt x="1742" y="1061"/>
                  <a:pt x="1711" y="1060"/>
                </a:cubicBezTo>
                <a:cubicBezTo>
                  <a:pt x="1679" y="1058"/>
                  <a:pt x="1646" y="1056"/>
                  <a:pt x="1613" y="1054"/>
                </a:cubicBezTo>
                <a:cubicBezTo>
                  <a:pt x="1582" y="1052"/>
                  <a:pt x="1551" y="1051"/>
                  <a:pt x="1520" y="1049"/>
                </a:cubicBezTo>
                <a:cubicBezTo>
                  <a:pt x="1488" y="1047"/>
                  <a:pt x="1455" y="1045"/>
                  <a:pt x="1422" y="1044"/>
                </a:cubicBezTo>
                <a:cubicBezTo>
                  <a:pt x="1397" y="1042"/>
                  <a:pt x="1372" y="1041"/>
                  <a:pt x="1346" y="1039"/>
                </a:cubicBezTo>
                <a:cubicBezTo>
                  <a:pt x="1314" y="1038"/>
                  <a:pt x="1282" y="1036"/>
                  <a:pt x="1249" y="1034"/>
                </a:cubicBezTo>
                <a:cubicBezTo>
                  <a:pt x="1224" y="1033"/>
                  <a:pt x="1198" y="1031"/>
                  <a:pt x="1173" y="1030"/>
                </a:cubicBezTo>
                <a:cubicBezTo>
                  <a:pt x="1140" y="1028"/>
                  <a:pt x="1107" y="1026"/>
                  <a:pt x="1075" y="1024"/>
                </a:cubicBezTo>
                <a:cubicBezTo>
                  <a:pt x="1049" y="1023"/>
                  <a:pt x="1024" y="1022"/>
                  <a:pt x="999" y="1020"/>
                </a:cubicBezTo>
                <a:cubicBezTo>
                  <a:pt x="966" y="1018"/>
                  <a:pt x="934" y="1017"/>
                  <a:pt x="902" y="1015"/>
                </a:cubicBezTo>
                <a:cubicBezTo>
                  <a:pt x="876" y="1013"/>
                  <a:pt x="851" y="1012"/>
                  <a:pt x="825" y="1011"/>
                </a:cubicBezTo>
                <a:cubicBezTo>
                  <a:pt x="793" y="1009"/>
                  <a:pt x="760" y="1007"/>
                  <a:pt x="727" y="1005"/>
                </a:cubicBezTo>
                <a:cubicBezTo>
                  <a:pt x="702" y="1004"/>
                  <a:pt x="677" y="1002"/>
                  <a:pt x="652" y="1001"/>
                </a:cubicBezTo>
                <a:cubicBezTo>
                  <a:pt x="619" y="999"/>
                  <a:pt x="587" y="997"/>
                  <a:pt x="554" y="996"/>
                </a:cubicBezTo>
                <a:cubicBezTo>
                  <a:pt x="529" y="994"/>
                  <a:pt x="503" y="993"/>
                  <a:pt x="478" y="991"/>
                </a:cubicBezTo>
                <a:cubicBezTo>
                  <a:pt x="445" y="990"/>
                  <a:pt x="413" y="988"/>
                  <a:pt x="381" y="986"/>
                </a:cubicBezTo>
                <a:cubicBezTo>
                  <a:pt x="355" y="985"/>
                  <a:pt x="330" y="983"/>
                  <a:pt x="304" y="982"/>
                </a:cubicBezTo>
                <a:cubicBezTo>
                  <a:pt x="272" y="980"/>
                  <a:pt x="240" y="978"/>
                  <a:pt x="208" y="976"/>
                </a:cubicBezTo>
                <a:cubicBezTo>
                  <a:pt x="176" y="975"/>
                  <a:pt x="145" y="973"/>
                  <a:pt x="114" y="971"/>
                </a:cubicBezTo>
                <a:cubicBezTo>
                  <a:pt x="76" y="969"/>
                  <a:pt x="38" y="967"/>
                  <a:pt x="0" y="96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6626919" y="3997477"/>
            <a:ext cx="2887081" cy="1911554"/>
          </a:xfrm>
          <a:custGeom>
            <a:rect b="b" l="l" r="r" t="t"/>
            <a:pathLst>
              <a:path extrusionOk="0" h="967" w="1458">
                <a:moveTo>
                  <a:pt x="991" y="178"/>
                </a:moveTo>
                <a:cubicBezTo>
                  <a:pt x="991" y="178"/>
                  <a:pt x="876" y="322"/>
                  <a:pt x="438" y="443"/>
                </a:cubicBezTo>
                <a:cubicBezTo>
                  <a:pt x="0" y="564"/>
                  <a:pt x="248" y="944"/>
                  <a:pt x="501" y="910"/>
                </a:cubicBezTo>
                <a:cubicBezTo>
                  <a:pt x="755" y="875"/>
                  <a:pt x="1147" y="967"/>
                  <a:pt x="1302" y="789"/>
                </a:cubicBezTo>
                <a:cubicBezTo>
                  <a:pt x="1458" y="610"/>
                  <a:pt x="1417" y="103"/>
                  <a:pt x="1268" y="52"/>
                </a:cubicBezTo>
                <a:cubicBezTo>
                  <a:pt x="1118" y="0"/>
                  <a:pt x="991" y="178"/>
                  <a:pt x="991" y="17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 flipH="1">
            <a:off x="-346823" y="3253103"/>
            <a:ext cx="1359925" cy="1558500"/>
          </a:xfrm>
          <a:custGeom>
            <a:rect b="b" l="l" r="r" t="t"/>
            <a:pathLst>
              <a:path extrusionOk="0" h="1086" w="946">
                <a:moveTo>
                  <a:pt x="0" y="998"/>
                </a:moveTo>
                <a:cubicBezTo>
                  <a:pt x="5" y="982"/>
                  <a:pt x="11" y="967"/>
                  <a:pt x="17" y="951"/>
                </a:cubicBezTo>
                <a:cubicBezTo>
                  <a:pt x="60" y="850"/>
                  <a:pt x="133" y="780"/>
                  <a:pt x="239" y="748"/>
                </a:cubicBezTo>
                <a:cubicBezTo>
                  <a:pt x="269" y="739"/>
                  <a:pt x="281" y="726"/>
                  <a:pt x="285" y="693"/>
                </a:cubicBezTo>
                <a:cubicBezTo>
                  <a:pt x="301" y="540"/>
                  <a:pt x="395" y="446"/>
                  <a:pt x="525" y="381"/>
                </a:cubicBezTo>
                <a:cubicBezTo>
                  <a:pt x="542" y="372"/>
                  <a:pt x="559" y="367"/>
                  <a:pt x="577" y="360"/>
                </a:cubicBezTo>
                <a:cubicBezTo>
                  <a:pt x="586" y="357"/>
                  <a:pt x="590" y="353"/>
                  <a:pt x="592" y="342"/>
                </a:cubicBezTo>
                <a:cubicBezTo>
                  <a:pt x="605" y="278"/>
                  <a:pt x="617" y="214"/>
                  <a:pt x="642" y="153"/>
                </a:cubicBezTo>
                <a:cubicBezTo>
                  <a:pt x="670" y="88"/>
                  <a:pt x="712" y="35"/>
                  <a:pt x="777" y="3"/>
                </a:cubicBezTo>
                <a:cubicBezTo>
                  <a:pt x="778" y="2"/>
                  <a:pt x="779" y="1"/>
                  <a:pt x="780" y="0"/>
                </a:cubicBezTo>
                <a:cubicBezTo>
                  <a:pt x="782" y="0"/>
                  <a:pt x="784" y="0"/>
                  <a:pt x="787" y="0"/>
                </a:cubicBezTo>
                <a:cubicBezTo>
                  <a:pt x="795" y="8"/>
                  <a:pt x="791" y="13"/>
                  <a:pt x="783" y="18"/>
                </a:cubicBezTo>
                <a:cubicBezTo>
                  <a:pt x="769" y="27"/>
                  <a:pt x="755" y="36"/>
                  <a:pt x="741" y="45"/>
                </a:cubicBezTo>
                <a:cubicBezTo>
                  <a:pt x="792" y="92"/>
                  <a:pt x="840" y="138"/>
                  <a:pt x="888" y="183"/>
                </a:cubicBezTo>
                <a:cubicBezTo>
                  <a:pt x="902" y="169"/>
                  <a:pt x="915" y="155"/>
                  <a:pt x="928" y="143"/>
                </a:cubicBezTo>
                <a:cubicBezTo>
                  <a:pt x="933" y="139"/>
                  <a:pt x="940" y="138"/>
                  <a:pt x="946" y="136"/>
                </a:cubicBezTo>
                <a:cubicBezTo>
                  <a:pt x="946" y="139"/>
                  <a:pt x="946" y="143"/>
                  <a:pt x="946" y="146"/>
                </a:cubicBezTo>
                <a:cubicBezTo>
                  <a:pt x="942" y="149"/>
                  <a:pt x="939" y="152"/>
                  <a:pt x="935" y="156"/>
                </a:cubicBezTo>
                <a:cubicBezTo>
                  <a:pt x="850" y="253"/>
                  <a:pt x="746" y="322"/>
                  <a:pt x="622" y="360"/>
                </a:cubicBezTo>
                <a:cubicBezTo>
                  <a:pt x="607" y="365"/>
                  <a:pt x="601" y="372"/>
                  <a:pt x="597" y="387"/>
                </a:cubicBezTo>
                <a:cubicBezTo>
                  <a:pt x="583" y="457"/>
                  <a:pt x="565" y="525"/>
                  <a:pt x="524" y="585"/>
                </a:cubicBezTo>
                <a:cubicBezTo>
                  <a:pt x="474" y="659"/>
                  <a:pt x="403" y="704"/>
                  <a:pt x="320" y="733"/>
                </a:cubicBezTo>
                <a:cubicBezTo>
                  <a:pt x="300" y="741"/>
                  <a:pt x="292" y="752"/>
                  <a:pt x="288" y="772"/>
                </a:cubicBezTo>
                <a:cubicBezTo>
                  <a:pt x="273" y="861"/>
                  <a:pt x="242" y="945"/>
                  <a:pt x="190" y="1018"/>
                </a:cubicBezTo>
                <a:cubicBezTo>
                  <a:pt x="173" y="1043"/>
                  <a:pt x="150" y="1063"/>
                  <a:pt x="130" y="1086"/>
                </a:cubicBezTo>
                <a:cubicBezTo>
                  <a:pt x="126" y="1086"/>
                  <a:pt x="123" y="1086"/>
                  <a:pt x="120" y="1086"/>
                </a:cubicBezTo>
                <a:cubicBezTo>
                  <a:pt x="108" y="1067"/>
                  <a:pt x="134" y="1066"/>
                  <a:pt x="135" y="1054"/>
                </a:cubicBezTo>
                <a:cubicBezTo>
                  <a:pt x="98" y="1027"/>
                  <a:pt x="61" y="1001"/>
                  <a:pt x="23" y="973"/>
                </a:cubicBezTo>
                <a:cubicBezTo>
                  <a:pt x="19" y="985"/>
                  <a:pt x="16" y="993"/>
                  <a:pt x="13" y="1002"/>
                </a:cubicBezTo>
                <a:cubicBezTo>
                  <a:pt x="11" y="1010"/>
                  <a:pt x="7" y="1013"/>
                  <a:pt x="0" y="1008"/>
                </a:cubicBezTo>
                <a:cubicBezTo>
                  <a:pt x="0" y="1004"/>
                  <a:pt x="0" y="1001"/>
                  <a:pt x="0" y="998"/>
                </a:cubicBezTo>
                <a:close/>
                <a:moveTo>
                  <a:pt x="878" y="193"/>
                </a:moveTo>
                <a:cubicBezTo>
                  <a:pt x="829" y="146"/>
                  <a:pt x="780" y="100"/>
                  <a:pt x="731" y="54"/>
                </a:cubicBezTo>
                <a:cubicBezTo>
                  <a:pt x="721" y="65"/>
                  <a:pt x="713" y="73"/>
                  <a:pt x="705" y="82"/>
                </a:cubicBezTo>
                <a:cubicBezTo>
                  <a:pt x="746" y="135"/>
                  <a:pt x="792" y="181"/>
                  <a:pt x="846" y="221"/>
                </a:cubicBezTo>
                <a:cubicBezTo>
                  <a:pt x="857" y="212"/>
                  <a:pt x="867" y="203"/>
                  <a:pt x="878" y="193"/>
                </a:cubicBezTo>
                <a:close/>
                <a:moveTo>
                  <a:pt x="666" y="147"/>
                </a:moveTo>
                <a:cubicBezTo>
                  <a:pt x="652" y="168"/>
                  <a:pt x="649" y="187"/>
                  <a:pt x="649" y="187"/>
                </a:cubicBezTo>
                <a:cubicBezTo>
                  <a:pt x="651" y="194"/>
                  <a:pt x="660" y="204"/>
                  <a:pt x="669" y="214"/>
                </a:cubicBezTo>
                <a:cubicBezTo>
                  <a:pt x="672" y="217"/>
                  <a:pt x="675" y="221"/>
                  <a:pt x="679" y="225"/>
                </a:cubicBezTo>
                <a:cubicBezTo>
                  <a:pt x="698" y="243"/>
                  <a:pt x="725" y="270"/>
                  <a:pt x="745" y="288"/>
                </a:cubicBezTo>
                <a:cubicBezTo>
                  <a:pt x="745" y="288"/>
                  <a:pt x="750" y="285"/>
                  <a:pt x="754" y="283"/>
                </a:cubicBezTo>
                <a:cubicBezTo>
                  <a:pt x="768" y="276"/>
                  <a:pt x="780" y="267"/>
                  <a:pt x="793" y="259"/>
                </a:cubicBezTo>
                <a:cubicBezTo>
                  <a:pt x="750" y="221"/>
                  <a:pt x="708" y="184"/>
                  <a:pt x="666" y="147"/>
                </a:cubicBezTo>
                <a:close/>
                <a:moveTo>
                  <a:pt x="423" y="464"/>
                </a:moveTo>
                <a:cubicBezTo>
                  <a:pt x="411" y="476"/>
                  <a:pt x="400" y="488"/>
                  <a:pt x="388" y="502"/>
                </a:cubicBezTo>
                <a:cubicBezTo>
                  <a:pt x="425" y="534"/>
                  <a:pt x="461" y="565"/>
                  <a:pt x="498" y="597"/>
                </a:cubicBezTo>
                <a:cubicBezTo>
                  <a:pt x="507" y="582"/>
                  <a:pt x="516" y="568"/>
                  <a:pt x="524" y="556"/>
                </a:cubicBezTo>
                <a:cubicBezTo>
                  <a:pt x="489" y="525"/>
                  <a:pt x="457" y="495"/>
                  <a:pt x="423" y="464"/>
                </a:cubicBezTo>
                <a:close/>
                <a:moveTo>
                  <a:pt x="671" y="133"/>
                </a:moveTo>
                <a:cubicBezTo>
                  <a:pt x="717" y="172"/>
                  <a:pt x="762" y="211"/>
                  <a:pt x="807" y="250"/>
                </a:cubicBezTo>
                <a:cubicBezTo>
                  <a:pt x="817" y="243"/>
                  <a:pt x="824" y="237"/>
                  <a:pt x="830" y="233"/>
                </a:cubicBezTo>
                <a:cubicBezTo>
                  <a:pt x="784" y="187"/>
                  <a:pt x="739" y="143"/>
                  <a:pt x="694" y="97"/>
                </a:cubicBezTo>
                <a:cubicBezTo>
                  <a:pt x="688" y="105"/>
                  <a:pt x="681" y="117"/>
                  <a:pt x="671" y="133"/>
                </a:cubicBezTo>
                <a:close/>
                <a:moveTo>
                  <a:pt x="487" y="608"/>
                </a:moveTo>
                <a:cubicBezTo>
                  <a:pt x="451" y="577"/>
                  <a:pt x="415" y="546"/>
                  <a:pt x="378" y="514"/>
                </a:cubicBezTo>
                <a:cubicBezTo>
                  <a:pt x="370" y="526"/>
                  <a:pt x="361" y="538"/>
                  <a:pt x="352" y="551"/>
                </a:cubicBezTo>
                <a:cubicBezTo>
                  <a:pt x="389" y="580"/>
                  <a:pt x="424" y="608"/>
                  <a:pt x="459" y="635"/>
                </a:cubicBezTo>
                <a:cubicBezTo>
                  <a:pt x="466" y="628"/>
                  <a:pt x="475" y="620"/>
                  <a:pt x="487" y="608"/>
                </a:cubicBezTo>
                <a:close/>
                <a:moveTo>
                  <a:pt x="52" y="912"/>
                </a:moveTo>
                <a:cubicBezTo>
                  <a:pt x="95" y="944"/>
                  <a:pt x="136" y="974"/>
                  <a:pt x="178" y="1006"/>
                </a:cubicBezTo>
                <a:cubicBezTo>
                  <a:pt x="184" y="997"/>
                  <a:pt x="189" y="989"/>
                  <a:pt x="196" y="979"/>
                </a:cubicBezTo>
                <a:cubicBezTo>
                  <a:pt x="156" y="946"/>
                  <a:pt x="116" y="913"/>
                  <a:pt x="75" y="879"/>
                </a:cubicBezTo>
                <a:cubicBezTo>
                  <a:pt x="66" y="891"/>
                  <a:pt x="59" y="902"/>
                  <a:pt x="52" y="912"/>
                </a:cubicBezTo>
                <a:close/>
                <a:moveTo>
                  <a:pt x="438" y="450"/>
                </a:moveTo>
                <a:cubicBezTo>
                  <a:pt x="453" y="467"/>
                  <a:pt x="466" y="483"/>
                  <a:pt x="481" y="498"/>
                </a:cubicBezTo>
                <a:cubicBezTo>
                  <a:pt x="497" y="512"/>
                  <a:pt x="514" y="525"/>
                  <a:pt x="533" y="540"/>
                </a:cubicBezTo>
                <a:cubicBezTo>
                  <a:pt x="539" y="527"/>
                  <a:pt x="544" y="516"/>
                  <a:pt x="548" y="504"/>
                </a:cubicBezTo>
                <a:cubicBezTo>
                  <a:pt x="549" y="501"/>
                  <a:pt x="547" y="494"/>
                  <a:pt x="544" y="492"/>
                </a:cubicBezTo>
                <a:cubicBezTo>
                  <a:pt x="519" y="470"/>
                  <a:pt x="494" y="448"/>
                  <a:pt x="468" y="426"/>
                </a:cubicBezTo>
                <a:cubicBezTo>
                  <a:pt x="456" y="436"/>
                  <a:pt x="446" y="444"/>
                  <a:pt x="438" y="450"/>
                </a:cubicBezTo>
                <a:close/>
                <a:moveTo>
                  <a:pt x="325" y="602"/>
                </a:moveTo>
                <a:cubicBezTo>
                  <a:pt x="345" y="619"/>
                  <a:pt x="364" y="635"/>
                  <a:pt x="383" y="652"/>
                </a:cubicBezTo>
                <a:cubicBezTo>
                  <a:pt x="412" y="677"/>
                  <a:pt x="412" y="677"/>
                  <a:pt x="442" y="651"/>
                </a:cubicBezTo>
                <a:cubicBezTo>
                  <a:pt x="443" y="650"/>
                  <a:pt x="444" y="649"/>
                  <a:pt x="446" y="646"/>
                </a:cubicBezTo>
                <a:cubicBezTo>
                  <a:pt x="412" y="619"/>
                  <a:pt x="379" y="592"/>
                  <a:pt x="344" y="564"/>
                </a:cubicBezTo>
                <a:cubicBezTo>
                  <a:pt x="337" y="578"/>
                  <a:pt x="331" y="590"/>
                  <a:pt x="325" y="602"/>
                </a:cubicBezTo>
                <a:close/>
                <a:moveTo>
                  <a:pt x="168" y="1018"/>
                </a:moveTo>
                <a:cubicBezTo>
                  <a:pt x="126" y="987"/>
                  <a:pt x="86" y="956"/>
                  <a:pt x="44" y="925"/>
                </a:cubicBezTo>
                <a:cubicBezTo>
                  <a:pt x="38" y="938"/>
                  <a:pt x="33" y="949"/>
                  <a:pt x="29" y="959"/>
                </a:cubicBezTo>
                <a:cubicBezTo>
                  <a:pt x="69" y="987"/>
                  <a:pt x="108" y="1014"/>
                  <a:pt x="148" y="1042"/>
                </a:cubicBezTo>
                <a:cubicBezTo>
                  <a:pt x="155" y="1034"/>
                  <a:pt x="161" y="1027"/>
                  <a:pt x="168" y="1018"/>
                </a:cubicBezTo>
                <a:close/>
                <a:moveTo>
                  <a:pt x="219" y="936"/>
                </a:moveTo>
                <a:cubicBezTo>
                  <a:pt x="181" y="905"/>
                  <a:pt x="145" y="875"/>
                  <a:pt x="107" y="844"/>
                </a:cubicBezTo>
                <a:cubicBezTo>
                  <a:pt x="98" y="853"/>
                  <a:pt x="91" y="861"/>
                  <a:pt x="86" y="868"/>
                </a:cubicBezTo>
                <a:cubicBezTo>
                  <a:pt x="126" y="900"/>
                  <a:pt x="165" y="932"/>
                  <a:pt x="204" y="964"/>
                </a:cubicBezTo>
                <a:cubicBezTo>
                  <a:pt x="208" y="956"/>
                  <a:pt x="213" y="948"/>
                  <a:pt x="219" y="936"/>
                </a:cubicBezTo>
                <a:close/>
                <a:moveTo>
                  <a:pt x="119" y="834"/>
                </a:moveTo>
                <a:cubicBezTo>
                  <a:pt x="156" y="863"/>
                  <a:pt x="191" y="892"/>
                  <a:pt x="226" y="920"/>
                </a:cubicBezTo>
                <a:cubicBezTo>
                  <a:pt x="232" y="907"/>
                  <a:pt x="236" y="895"/>
                  <a:pt x="242" y="881"/>
                </a:cubicBezTo>
                <a:cubicBezTo>
                  <a:pt x="211" y="860"/>
                  <a:pt x="181" y="840"/>
                  <a:pt x="151" y="820"/>
                </a:cubicBezTo>
                <a:cubicBezTo>
                  <a:pt x="148" y="818"/>
                  <a:pt x="141" y="818"/>
                  <a:pt x="137" y="820"/>
                </a:cubicBezTo>
                <a:cubicBezTo>
                  <a:pt x="131" y="824"/>
                  <a:pt x="125" y="829"/>
                  <a:pt x="119" y="834"/>
                </a:cubicBezTo>
                <a:close/>
                <a:moveTo>
                  <a:pt x="641" y="206"/>
                </a:moveTo>
                <a:cubicBezTo>
                  <a:pt x="638" y="216"/>
                  <a:pt x="634" y="225"/>
                  <a:pt x="632" y="235"/>
                </a:cubicBezTo>
                <a:cubicBezTo>
                  <a:pt x="632" y="239"/>
                  <a:pt x="631" y="243"/>
                  <a:pt x="631" y="243"/>
                </a:cubicBezTo>
                <a:cubicBezTo>
                  <a:pt x="653" y="264"/>
                  <a:pt x="677" y="292"/>
                  <a:pt x="699" y="313"/>
                </a:cubicBezTo>
                <a:cubicBezTo>
                  <a:pt x="709" y="308"/>
                  <a:pt x="721" y="302"/>
                  <a:pt x="728" y="298"/>
                </a:cubicBezTo>
                <a:cubicBezTo>
                  <a:pt x="699" y="267"/>
                  <a:pt x="671" y="237"/>
                  <a:pt x="641" y="206"/>
                </a:cubicBezTo>
                <a:close/>
                <a:moveTo>
                  <a:pt x="160" y="805"/>
                </a:moveTo>
                <a:cubicBezTo>
                  <a:pt x="188" y="825"/>
                  <a:pt x="217" y="844"/>
                  <a:pt x="246" y="864"/>
                </a:cubicBezTo>
                <a:cubicBezTo>
                  <a:pt x="262" y="833"/>
                  <a:pt x="262" y="831"/>
                  <a:pt x="236" y="812"/>
                </a:cubicBezTo>
                <a:cubicBezTo>
                  <a:pt x="233" y="809"/>
                  <a:pt x="230" y="807"/>
                  <a:pt x="227" y="805"/>
                </a:cubicBezTo>
                <a:cubicBezTo>
                  <a:pt x="194" y="780"/>
                  <a:pt x="194" y="780"/>
                  <a:pt x="161" y="804"/>
                </a:cubicBezTo>
                <a:cubicBezTo>
                  <a:pt x="160" y="804"/>
                  <a:pt x="160" y="804"/>
                  <a:pt x="160" y="805"/>
                </a:cubicBezTo>
                <a:close/>
                <a:moveTo>
                  <a:pt x="320" y="617"/>
                </a:moveTo>
                <a:cubicBezTo>
                  <a:pt x="306" y="658"/>
                  <a:pt x="306" y="658"/>
                  <a:pt x="334" y="684"/>
                </a:cubicBezTo>
                <a:cubicBezTo>
                  <a:pt x="342" y="690"/>
                  <a:pt x="349" y="697"/>
                  <a:pt x="357" y="705"/>
                </a:cubicBezTo>
                <a:cubicBezTo>
                  <a:pt x="369" y="698"/>
                  <a:pt x="382" y="692"/>
                  <a:pt x="395" y="684"/>
                </a:cubicBezTo>
                <a:cubicBezTo>
                  <a:pt x="370" y="662"/>
                  <a:pt x="346" y="640"/>
                  <a:pt x="320" y="617"/>
                </a:cubicBezTo>
                <a:close/>
                <a:moveTo>
                  <a:pt x="567" y="447"/>
                </a:moveTo>
                <a:cubicBezTo>
                  <a:pt x="552" y="433"/>
                  <a:pt x="538" y="419"/>
                  <a:pt x="524" y="406"/>
                </a:cubicBezTo>
                <a:cubicBezTo>
                  <a:pt x="521" y="403"/>
                  <a:pt x="514" y="401"/>
                  <a:pt x="511" y="402"/>
                </a:cubicBezTo>
                <a:cubicBezTo>
                  <a:pt x="500" y="406"/>
                  <a:pt x="491" y="412"/>
                  <a:pt x="480" y="419"/>
                </a:cubicBezTo>
                <a:cubicBezTo>
                  <a:pt x="506" y="440"/>
                  <a:pt x="531" y="460"/>
                  <a:pt x="557" y="480"/>
                </a:cubicBezTo>
                <a:cubicBezTo>
                  <a:pt x="561" y="468"/>
                  <a:pt x="565" y="456"/>
                  <a:pt x="567" y="447"/>
                </a:cubicBezTo>
                <a:close/>
                <a:moveTo>
                  <a:pt x="212" y="774"/>
                </a:moveTo>
                <a:cubicBezTo>
                  <a:pt x="230" y="787"/>
                  <a:pt x="246" y="798"/>
                  <a:pt x="264" y="811"/>
                </a:cubicBezTo>
                <a:cubicBezTo>
                  <a:pt x="268" y="791"/>
                  <a:pt x="272" y="771"/>
                  <a:pt x="277" y="749"/>
                </a:cubicBezTo>
                <a:cubicBezTo>
                  <a:pt x="253" y="758"/>
                  <a:pt x="233" y="766"/>
                  <a:pt x="212" y="774"/>
                </a:cubicBezTo>
                <a:close/>
                <a:moveTo>
                  <a:pt x="685" y="319"/>
                </a:moveTo>
                <a:cubicBezTo>
                  <a:pt x="683" y="320"/>
                  <a:pt x="686" y="318"/>
                  <a:pt x="684" y="319"/>
                </a:cubicBezTo>
                <a:cubicBezTo>
                  <a:pt x="659" y="294"/>
                  <a:pt x="645" y="283"/>
                  <a:pt x="625" y="264"/>
                </a:cubicBezTo>
                <a:cubicBezTo>
                  <a:pt x="623" y="271"/>
                  <a:pt x="620" y="284"/>
                  <a:pt x="620" y="288"/>
                </a:cubicBezTo>
                <a:cubicBezTo>
                  <a:pt x="620" y="288"/>
                  <a:pt x="625" y="292"/>
                  <a:pt x="640" y="303"/>
                </a:cubicBezTo>
                <a:cubicBezTo>
                  <a:pt x="650" y="309"/>
                  <a:pt x="660" y="317"/>
                  <a:pt x="670" y="325"/>
                </a:cubicBezTo>
                <a:cubicBezTo>
                  <a:pt x="674" y="324"/>
                  <a:pt x="680" y="321"/>
                  <a:pt x="685" y="319"/>
                </a:cubicBezTo>
                <a:close/>
                <a:moveTo>
                  <a:pt x="586" y="372"/>
                </a:moveTo>
                <a:cubicBezTo>
                  <a:pt x="566" y="379"/>
                  <a:pt x="549" y="385"/>
                  <a:pt x="530" y="393"/>
                </a:cubicBezTo>
                <a:cubicBezTo>
                  <a:pt x="545" y="406"/>
                  <a:pt x="557" y="418"/>
                  <a:pt x="572" y="431"/>
                </a:cubicBezTo>
                <a:cubicBezTo>
                  <a:pt x="577" y="411"/>
                  <a:pt x="581" y="393"/>
                  <a:pt x="586" y="372"/>
                </a:cubicBezTo>
                <a:close/>
                <a:moveTo>
                  <a:pt x="305" y="676"/>
                </a:moveTo>
                <a:cubicBezTo>
                  <a:pt x="302" y="694"/>
                  <a:pt x="300" y="709"/>
                  <a:pt x="297" y="728"/>
                </a:cubicBezTo>
                <a:cubicBezTo>
                  <a:pt x="314" y="722"/>
                  <a:pt x="327" y="717"/>
                  <a:pt x="342" y="711"/>
                </a:cubicBezTo>
                <a:cubicBezTo>
                  <a:pt x="330" y="699"/>
                  <a:pt x="319" y="689"/>
                  <a:pt x="305" y="676"/>
                </a:cubicBezTo>
                <a:close/>
                <a:moveTo>
                  <a:pt x="616" y="302"/>
                </a:moveTo>
                <a:cubicBezTo>
                  <a:pt x="612" y="319"/>
                  <a:pt x="610" y="333"/>
                  <a:pt x="606" y="350"/>
                </a:cubicBezTo>
                <a:cubicBezTo>
                  <a:pt x="624" y="343"/>
                  <a:pt x="639" y="338"/>
                  <a:pt x="656" y="332"/>
                </a:cubicBezTo>
                <a:cubicBezTo>
                  <a:pt x="641" y="321"/>
                  <a:pt x="629" y="313"/>
                  <a:pt x="616" y="30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" name="Google Shape;34;p6"/>
          <p:cNvSpPr/>
          <p:nvPr/>
        </p:nvSpPr>
        <p:spPr>
          <a:xfrm flipH="1" rot="175821">
            <a:off x="6558284" y="3782785"/>
            <a:ext cx="4571253" cy="1706661"/>
          </a:xfrm>
          <a:custGeom>
            <a:rect b="b" l="l" r="r" t="t"/>
            <a:pathLst>
              <a:path extrusionOk="0" h="1132" w="3027">
                <a:moveTo>
                  <a:pt x="0" y="965"/>
                </a:moveTo>
                <a:cubicBezTo>
                  <a:pt x="0" y="965"/>
                  <a:pt x="0" y="964"/>
                  <a:pt x="0" y="964"/>
                </a:cubicBezTo>
                <a:cubicBezTo>
                  <a:pt x="0" y="963"/>
                  <a:pt x="0" y="962"/>
                  <a:pt x="0" y="961"/>
                </a:cubicBezTo>
                <a:cubicBezTo>
                  <a:pt x="9" y="913"/>
                  <a:pt x="16" y="864"/>
                  <a:pt x="25" y="816"/>
                </a:cubicBezTo>
                <a:cubicBezTo>
                  <a:pt x="38" y="742"/>
                  <a:pt x="52" y="667"/>
                  <a:pt x="66" y="592"/>
                </a:cubicBezTo>
                <a:cubicBezTo>
                  <a:pt x="85" y="488"/>
                  <a:pt x="107" y="385"/>
                  <a:pt x="131" y="282"/>
                </a:cubicBezTo>
                <a:cubicBezTo>
                  <a:pt x="145" y="222"/>
                  <a:pt x="161" y="162"/>
                  <a:pt x="180" y="104"/>
                </a:cubicBezTo>
                <a:cubicBezTo>
                  <a:pt x="189" y="77"/>
                  <a:pt x="198" y="51"/>
                  <a:pt x="212" y="27"/>
                </a:cubicBezTo>
                <a:cubicBezTo>
                  <a:pt x="216" y="20"/>
                  <a:pt x="221" y="14"/>
                  <a:pt x="226" y="8"/>
                </a:cubicBezTo>
                <a:cubicBezTo>
                  <a:pt x="234" y="0"/>
                  <a:pt x="242" y="1"/>
                  <a:pt x="249" y="10"/>
                </a:cubicBezTo>
                <a:cubicBezTo>
                  <a:pt x="284" y="54"/>
                  <a:pt x="325" y="91"/>
                  <a:pt x="371" y="123"/>
                </a:cubicBezTo>
                <a:cubicBezTo>
                  <a:pt x="435" y="168"/>
                  <a:pt x="503" y="202"/>
                  <a:pt x="580" y="217"/>
                </a:cubicBezTo>
                <a:cubicBezTo>
                  <a:pt x="621" y="225"/>
                  <a:pt x="663" y="226"/>
                  <a:pt x="704" y="219"/>
                </a:cubicBezTo>
                <a:cubicBezTo>
                  <a:pt x="774" y="207"/>
                  <a:pt x="844" y="194"/>
                  <a:pt x="914" y="183"/>
                </a:cubicBezTo>
                <a:cubicBezTo>
                  <a:pt x="960" y="176"/>
                  <a:pt x="1006" y="170"/>
                  <a:pt x="1052" y="166"/>
                </a:cubicBezTo>
                <a:cubicBezTo>
                  <a:pt x="1093" y="162"/>
                  <a:pt x="1135" y="159"/>
                  <a:pt x="1176" y="158"/>
                </a:cubicBezTo>
                <a:cubicBezTo>
                  <a:pt x="1247" y="155"/>
                  <a:pt x="1318" y="158"/>
                  <a:pt x="1389" y="171"/>
                </a:cubicBezTo>
                <a:cubicBezTo>
                  <a:pt x="1443" y="181"/>
                  <a:pt x="1495" y="197"/>
                  <a:pt x="1544" y="222"/>
                </a:cubicBezTo>
                <a:cubicBezTo>
                  <a:pt x="1585" y="243"/>
                  <a:pt x="1622" y="269"/>
                  <a:pt x="1651" y="305"/>
                </a:cubicBezTo>
                <a:cubicBezTo>
                  <a:pt x="1668" y="326"/>
                  <a:pt x="1681" y="350"/>
                  <a:pt x="1685" y="377"/>
                </a:cubicBezTo>
                <a:cubicBezTo>
                  <a:pt x="1688" y="402"/>
                  <a:pt x="1681" y="423"/>
                  <a:pt x="1658" y="436"/>
                </a:cubicBezTo>
                <a:cubicBezTo>
                  <a:pt x="1653" y="439"/>
                  <a:pt x="1648" y="443"/>
                  <a:pt x="1643" y="447"/>
                </a:cubicBezTo>
                <a:cubicBezTo>
                  <a:pt x="1607" y="480"/>
                  <a:pt x="1587" y="521"/>
                  <a:pt x="1584" y="570"/>
                </a:cubicBezTo>
                <a:cubicBezTo>
                  <a:pt x="1583" y="595"/>
                  <a:pt x="1589" y="619"/>
                  <a:pt x="1605" y="639"/>
                </a:cubicBezTo>
                <a:cubicBezTo>
                  <a:pt x="1630" y="669"/>
                  <a:pt x="1663" y="682"/>
                  <a:pt x="1701" y="686"/>
                </a:cubicBezTo>
                <a:cubicBezTo>
                  <a:pt x="1732" y="688"/>
                  <a:pt x="1763" y="683"/>
                  <a:pt x="1793" y="675"/>
                </a:cubicBezTo>
                <a:cubicBezTo>
                  <a:pt x="1837" y="665"/>
                  <a:pt x="1880" y="650"/>
                  <a:pt x="1923" y="636"/>
                </a:cubicBezTo>
                <a:cubicBezTo>
                  <a:pt x="1984" y="616"/>
                  <a:pt x="2046" y="595"/>
                  <a:pt x="2111" y="583"/>
                </a:cubicBezTo>
                <a:cubicBezTo>
                  <a:pt x="2161" y="574"/>
                  <a:pt x="2212" y="571"/>
                  <a:pt x="2263" y="578"/>
                </a:cubicBezTo>
                <a:cubicBezTo>
                  <a:pt x="2313" y="585"/>
                  <a:pt x="2359" y="601"/>
                  <a:pt x="2403" y="627"/>
                </a:cubicBezTo>
                <a:cubicBezTo>
                  <a:pt x="2456" y="660"/>
                  <a:pt x="2498" y="704"/>
                  <a:pt x="2533" y="756"/>
                </a:cubicBezTo>
                <a:cubicBezTo>
                  <a:pt x="2562" y="799"/>
                  <a:pt x="2584" y="846"/>
                  <a:pt x="2604" y="894"/>
                </a:cubicBezTo>
                <a:cubicBezTo>
                  <a:pt x="2610" y="908"/>
                  <a:pt x="2616" y="921"/>
                  <a:pt x="2625" y="933"/>
                </a:cubicBezTo>
                <a:cubicBezTo>
                  <a:pt x="2646" y="961"/>
                  <a:pt x="2672" y="983"/>
                  <a:pt x="2701" y="1003"/>
                </a:cubicBezTo>
                <a:cubicBezTo>
                  <a:pt x="2787" y="1063"/>
                  <a:pt x="2883" y="1101"/>
                  <a:pt x="2985" y="1123"/>
                </a:cubicBezTo>
                <a:cubicBezTo>
                  <a:pt x="2999" y="1127"/>
                  <a:pt x="3013" y="1129"/>
                  <a:pt x="3027" y="1132"/>
                </a:cubicBezTo>
                <a:cubicBezTo>
                  <a:pt x="3023" y="1132"/>
                  <a:pt x="3018" y="1132"/>
                  <a:pt x="3014" y="1132"/>
                </a:cubicBezTo>
                <a:cubicBezTo>
                  <a:pt x="2981" y="1130"/>
                  <a:pt x="2949" y="1128"/>
                  <a:pt x="2916" y="1126"/>
                </a:cubicBezTo>
                <a:cubicBezTo>
                  <a:pt x="2885" y="1124"/>
                  <a:pt x="2854" y="1123"/>
                  <a:pt x="2823" y="1121"/>
                </a:cubicBezTo>
                <a:cubicBezTo>
                  <a:pt x="2790" y="1119"/>
                  <a:pt x="2758" y="1117"/>
                  <a:pt x="2726" y="1116"/>
                </a:cubicBezTo>
                <a:cubicBezTo>
                  <a:pt x="2700" y="1114"/>
                  <a:pt x="2675" y="1113"/>
                  <a:pt x="2649" y="1112"/>
                </a:cubicBezTo>
                <a:cubicBezTo>
                  <a:pt x="2617" y="1110"/>
                  <a:pt x="2584" y="1108"/>
                  <a:pt x="2551" y="1106"/>
                </a:cubicBezTo>
                <a:cubicBezTo>
                  <a:pt x="2520" y="1104"/>
                  <a:pt x="2489" y="1103"/>
                  <a:pt x="2458" y="1101"/>
                </a:cubicBezTo>
                <a:cubicBezTo>
                  <a:pt x="2426" y="1099"/>
                  <a:pt x="2393" y="1097"/>
                  <a:pt x="2360" y="1096"/>
                </a:cubicBezTo>
                <a:cubicBezTo>
                  <a:pt x="2329" y="1094"/>
                  <a:pt x="2298" y="1092"/>
                  <a:pt x="2267" y="1090"/>
                </a:cubicBezTo>
                <a:cubicBezTo>
                  <a:pt x="2234" y="1089"/>
                  <a:pt x="2202" y="1087"/>
                  <a:pt x="2169" y="1085"/>
                </a:cubicBezTo>
                <a:cubicBezTo>
                  <a:pt x="2144" y="1084"/>
                  <a:pt x="2119" y="1082"/>
                  <a:pt x="2093" y="1081"/>
                </a:cubicBezTo>
                <a:cubicBezTo>
                  <a:pt x="2061" y="1079"/>
                  <a:pt x="2029" y="1077"/>
                  <a:pt x="1997" y="1075"/>
                </a:cubicBezTo>
                <a:cubicBezTo>
                  <a:pt x="1965" y="1074"/>
                  <a:pt x="1934" y="1072"/>
                  <a:pt x="1902" y="1070"/>
                </a:cubicBezTo>
                <a:cubicBezTo>
                  <a:pt x="1870" y="1068"/>
                  <a:pt x="1837" y="1067"/>
                  <a:pt x="1804" y="1065"/>
                </a:cubicBezTo>
                <a:cubicBezTo>
                  <a:pt x="1773" y="1063"/>
                  <a:pt x="1742" y="1061"/>
                  <a:pt x="1711" y="1060"/>
                </a:cubicBezTo>
                <a:cubicBezTo>
                  <a:pt x="1679" y="1058"/>
                  <a:pt x="1646" y="1056"/>
                  <a:pt x="1613" y="1054"/>
                </a:cubicBezTo>
                <a:cubicBezTo>
                  <a:pt x="1582" y="1052"/>
                  <a:pt x="1551" y="1051"/>
                  <a:pt x="1520" y="1049"/>
                </a:cubicBezTo>
                <a:cubicBezTo>
                  <a:pt x="1488" y="1047"/>
                  <a:pt x="1455" y="1045"/>
                  <a:pt x="1422" y="1044"/>
                </a:cubicBezTo>
                <a:cubicBezTo>
                  <a:pt x="1397" y="1042"/>
                  <a:pt x="1372" y="1041"/>
                  <a:pt x="1346" y="1039"/>
                </a:cubicBezTo>
                <a:cubicBezTo>
                  <a:pt x="1314" y="1038"/>
                  <a:pt x="1282" y="1036"/>
                  <a:pt x="1249" y="1034"/>
                </a:cubicBezTo>
                <a:cubicBezTo>
                  <a:pt x="1224" y="1033"/>
                  <a:pt x="1198" y="1031"/>
                  <a:pt x="1173" y="1030"/>
                </a:cubicBezTo>
                <a:cubicBezTo>
                  <a:pt x="1140" y="1028"/>
                  <a:pt x="1107" y="1026"/>
                  <a:pt x="1075" y="1024"/>
                </a:cubicBezTo>
                <a:cubicBezTo>
                  <a:pt x="1049" y="1023"/>
                  <a:pt x="1024" y="1022"/>
                  <a:pt x="999" y="1020"/>
                </a:cubicBezTo>
                <a:cubicBezTo>
                  <a:pt x="966" y="1018"/>
                  <a:pt x="934" y="1017"/>
                  <a:pt x="902" y="1015"/>
                </a:cubicBezTo>
                <a:cubicBezTo>
                  <a:pt x="876" y="1013"/>
                  <a:pt x="851" y="1012"/>
                  <a:pt x="825" y="1011"/>
                </a:cubicBezTo>
                <a:cubicBezTo>
                  <a:pt x="793" y="1009"/>
                  <a:pt x="760" y="1007"/>
                  <a:pt x="727" y="1005"/>
                </a:cubicBezTo>
                <a:cubicBezTo>
                  <a:pt x="702" y="1004"/>
                  <a:pt x="677" y="1002"/>
                  <a:pt x="652" y="1001"/>
                </a:cubicBezTo>
                <a:cubicBezTo>
                  <a:pt x="619" y="999"/>
                  <a:pt x="587" y="997"/>
                  <a:pt x="554" y="996"/>
                </a:cubicBezTo>
                <a:cubicBezTo>
                  <a:pt x="529" y="994"/>
                  <a:pt x="503" y="993"/>
                  <a:pt x="478" y="991"/>
                </a:cubicBezTo>
                <a:cubicBezTo>
                  <a:pt x="445" y="990"/>
                  <a:pt x="413" y="988"/>
                  <a:pt x="381" y="986"/>
                </a:cubicBezTo>
                <a:cubicBezTo>
                  <a:pt x="355" y="985"/>
                  <a:pt x="330" y="983"/>
                  <a:pt x="304" y="982"/>
                </a:cubicBezTo>
                <a:cubicBezTo>
                  <a:pt x="272" y="980"/>
                  <a:pt x="240" y="978"/>
                  <a:pt x="208" y="976"/>
                </a:cubicBezTo>
                <a:cubicBezTo>
                  <a:pt x="176" y="975"/>
                  <a:pt x="145" y="973"/>
                  <a:pt x="114" y="971"/>
                </a:cubicBezTo>
                <a:cubicBezTo>
                  <a:pt x="76" y="969"/>
                  <a:pt x="38" y="967"/>
                  <a:pt x="0" y="96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6"/>
          <p:cNvSpPr/>
          <p:nvPr/>
        </p:nvSpPr>
        <p:spPr>
          <a:xfrm flipH="1">
            <a:off x="-2962622" y="-1594113"/>
            <a:ext cx="4159025" cy="2753726"/>
          </a:xfrm>
          <a:custGeom>
            <a:rect b="b" l="l" r="r" t="t"/>
            <a:pathLst>
              <a:path extrusionOk="0" h="967" w="1458">
                <a:moveTo>
                  <a:pt x="991" y="178"/>
                </a:moveTo>
                <a:cubicBezTo>
                  <a:pt x="991" y="178"/>
                  <a:pt x="876" y="322"/>
                  <a:pt x="438" y="443"/>
                </a:cubicBezTo>
                <a:cubicBezTo>
                  <a:pt x="0" y="564"/>
                  <a:pt x="248" y="944"/>
                  <a:pt x="501" y="910"/>
                </a:cubicBezTo>
                <a:cubicBezTo>
                  <a:pt x="755" y="875"/>
                  <a:pt x="1147" y="967"/>
                  <a:pt x="1302" y="789"/>
                </a:cubicBezTo>
                <a:cubicBezTo>
                  <a:pt x="1458" y="610"/>
                  <a:pt x="1417" y="103"/>
                  <a:pt x="1268" y="52"/>
                </a:cubicBezTo>
                <a:cubicBezTo>
                  <a:pt x="1118" y="0"/>
                  <a:pt x="991" y="178"/>
                  <a:pt x="991" y="17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720000" y="445025"/>
            <a:ext cx="4237200" cy="10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720000" y="1863900"/>
            <a:ext cx="4009200" cy="22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39" name="Google Shape;39;p7"/>
          <p:cNvSpPr/>
          <p:nvPr>
            <p:ph idx="2" type="pic"/>
          </p:nvPr>
        </p:nvSpPr>
        <p:spPr>
          <a:xfrm>
            <a:off x="5596300" y="0"/>
            <a:ext cx="3607500" cy="51822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7"/>
          <p:cNvSpPr/>
          <p:nvPr/>
        </p:nvSpPr>
        <p:spPr>
          <a:xfrm rot="-7095755">
            <a:off x="-1422348" y="4611212"/>
            <a:ext cx="4159025" cy="2753726"/>
          </a:xfrm>
          <a:custGeom>
            <a:rect b="b" l="l" r="r" t="t"/>
            <a:pathLst>
              <a:path extrusionOk="0" h="967" w="1458">
                <a:moveTo>
                  <a:pt x="991" y="178"/>
                </a:moveTo>
                <a:cubicBezTo>
                  <a:pt x="991" y="178"/>
                  <a:pt x="876" y="322"/>
                  <a:pt x="438" y="443"/>
                </a:cubicBezTo>
                <a:cubicBezTo>
                  <a:pt x="0" y="564"/>
                  <a:pt x="248" y="944"/>
                  <a:pt x="501" y="910"/>
                </a:cubicBezTo>
                <a:cubicBezTo>
                  <a:pt x="755" y="875"/>
                  <a:pt x="1147" y="967"/>
                  <a:pt x="1302" y="789"/>
                </a:cubicBezTo>
                <a:cubicBezTo>
                  <a:pt x="1458" y="610"/>
                  <a:pt x="1417" y="103"/>
                  <a:pt x="1268" y="52"/>
                </a:cubicBezTo>
                <a:cubicBezTo>
                  <a:pt x="1118" y="0"/>
                  <a:pt x="991" y="178"/>
                  <a:pt x="991" y="17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2724150" y="1307100"/>
            <a:ext cx="36957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3" name="Google Shape;43;p8"/>
          <p:cNvSpPr/>
          <p:nvPr/>
        </p:nvSpPr>
        <p:spPr>
          <a:xfrm rot="10624175">
            <a:off x="5341537" y="-375449"/>
            <a:ext cx="5929155" cy="2213648"/>
          </a:xfrm>
          <a:custGeom>
            <a:rect b="b" l="l" r="r" t="t"/>
            <a:pathLst>
              <a:path extrusionOk="0" h="1132" w="3027">
                <a:moveTo>
                  <a:pt x="0" y="965"/>
                </a:moveTo>
                <a:cubicBezTo>
                  <a:pt x="0" y="965"/>
                  <a:pt x="0" y="964"/>
                  <a:pt x="0" y="964"/>
                </a:cubicBezTo>
                <a:cubicBezTo>
                  <a:pt x="0" y="963"/>
                  <a:pt x="0" y="962"/>
                  <a:pt x="0" y="961"/>
                </a:cubicBezTo>
                <a:cubicBezTo>
                  <a:pt x="9" y="913"/>
                  <a:pt x="16" y="864"/>
                  <a:pt x="25" y="816"/>
                </a:cubicBezTo>
                <a:cubicBezTo>
                  <a:pt x="38" y="742"/>
                  <a:pt x="52" y="667"/>
                  <a:pt x="66" y="592"/>
                </a:cubicBezTo>
                <a:cubicBezTo>
                  <a:pt x="85" y="488"/>
                  <a:pt x="107" y="385"/>
                  <a:pt x="131" y="282"/>
                </a:cubicBezTo>
                <a:cubicBezTo>
                  <a:pt x="145" y="222"/>
                  <a:pt x="161" y="162"/>
                  <a:pt x="180" y="104"/>
                </a:cubicBezTo>
                <a:cubicBezTo>
                  <a:pt x="189" y="77"/>
                  <a:pt x="198" y="51"/>
                  <a:pt x="212" y="27"/>
                </a:cubicBezTo>
                <a:cubicBezTo>
                  <a:pt x="216" y="20"/>
                  <a:pt x="221" y="14"/>
                  <a:pt x="226" y="8"/>
                </a:cubicBezTo>
                <a:cubicBezTo>
                  <a:pt x="234" y="0"/>
                  <a:pt x="242" y="1"/>
                  <a:pt x="249" y="10"/>
                </a:cubicBezTo>
                <a:cubicBezTo>
                  <a:pt x="284" y="54"/>
                  <a:pt x="325" y="91"/>
                  <a:pt x="371" y="123"/>
                </a:cubicBezTo>
                <a:cubicBezTo>
                  <a:pt x="435" y="168"/>
                  <a:pt x="503" y="202"/>
                  <a:pt x="580" y="217"/>
                </a:cubicBezTo>
                <a:cubicBezTo>
                  <a:pt x="621" y="225"/>
                  <a:pt x="663" y="226"/>
                  <a:pt x="704" y="219"/>
                </a:cubicBezTo>
                <a:cubicBezTo>
                  <a:pt x="774" y="207"/>
                  <a:pt x="844" y="194"/>
                  <a:pt x="914" y="183"/>
                </a:cubicBezTo>
                <a:cubicBezTo>
                  <a:pt x="960" y="176"/>
                  <a:pt x="1006" y="170"/>
                  <a:pt x="1052" y="166"/>
                </a:cubicBezTo>
                <a:cubicBezTo>
                  <a:pt x="1093" y="162"/>
                  <a:pt x="1135" y="159"/>
                  <a:pt x="1176" y="158"/>
                </a:cubicBezTo>
                <a:cubicBezTo>
                  <a:pt x="1247" y="155"/>
                  <a:pt x="1318" y="158"/>
                  <a:pt x="1389" y="171"/>
                </a:cubicBezTo>
                <a:cubicBezTo>
                  <a:pt x="1443" y="181"/>
                  <a:pt x="1495" y="197"/>
                  <a:pt x="1544" y="222"/>
                </a:cubicBezTo>
                <a:cubicBezTo>
                  <a:pt x="1585" y="243"/>
                  <a:pt x="1622" y="269"/>
                  <a:pt x="1651" y="305"/>
                </a:cubicBezTo>
                <a:cubicBezTo>
                  <a:pt x="1668" y="326"/>
                  <a:pt x="1681" y="350"/>
                  <a:pt x="1685" y="377"/>
                </a:cubicBezTo>
                <a:cubicBezTo>
                  <a:pt x="1688" y="402"/>
                  <a:pt x="1681" y="423"/>
                  <a:pt x="1658" y="436"/>
                </a:cubicBezTo>
                <a:cubicBezTo>
                  <a:pt x="1653" y="439"/>
                  <a:pt x="1648" y="443"/>
                  <a:pt x="1643" y="447"/>
                </a:cubicBezTo>
                <a:cubicBezTo>
                  <a:pt x="1607" y="480"/>
                  <a:pt x="1587" y="521"/>
                  <a:pt x="1584" y="570"/>
                </a:cubicBezTo>
                <a:cubicBezTo>
                  <a:pt x="1583" y="595"/>
                  <a:pt x="1589" y="619"/>
                  <a:pt x="1605" y="639"/>
                </a:cubicBezTo>
                <a:cubicBezTo>
                  <a:pt x="1630" y="669"/>
                  <a:pt x="1663" y="682"/>
                  <a:pt x="1701" y="686"/>
                </a:cubicBezTo>
                <a:cubicBezTo>
                  <a:pt x="1732" y="688"/>
                  <a:pt x="1763" y="683"/>
                  <a:pt x="1793" y="675"/>
                </a:cubicBezTo>
                <a:cubicBezTo>
                  <a:pt x="1837" y="665"/>
                  <a:pt x="1880" y="650"/>
                  <a:pt x="1923" y="636"/>
                </a:cubicBezTo>
                <a:cubicBezTo>
                  <a:pt x="1984" y="616"/>
                  <a:pt x="2046" y="595"/>
                  <a:pt x="2111" y="583"/>
                </a:cubicBezTo>
                <a:cubicBezTo>
                  <a:pt x="2161" y="574"/>
                  <a:pt x="2212" y="571"/>
                  <a:pt x="2263" y="578"/>
                </a:cubicBezTo>
                <a:cubicBezTo>
                  <a:pt x="2313" y="585"/>
                  <a:pt x="2359" y="601"/>
                  <a:pt x="2403" y="627"/>
                </a:cubicBezTo>
                <a:cubicBezTo>
                  <a:pt x="2456" y="660"/>
                  <a:pt x="2498" y="704"/>
                  <a:pt x="2533" y="756"/>
                </a:cubicBezTo>
                <a:cubicBezTo>
                  <a:pt x="2562" y="799"/>
                  <a:pt x="2584" y="846"/>
                  <a:pt x="2604" y="894"/>
                </a:cubicBezTo>
                <a:cubicBezTo>
                  <a:pt x="2610" y="908"/>
                  <a:pt x="2616" y="921"/>
                  <a:pt x="2625" y="933"/>
                </a:cubicBezTo>
                <a:cubicBezTo>
                  <a:pt x="2646" y="961"/>
                  <a:pt x="2672" y="983"/>
                  <a:pt x="2701" y="1003"/>
                </a:cubicBezTo>
                <a:cubicBezTo>
                  <a:pt x="2787" y="1063"/>
                  <a:pt x="2883" y="1101"/>
                  <a:pt x="2985" y="1123"/>
                </a:cubicBezTo>
                <a:cubicBezTo>
                  <a:pt x="2999" y="1127"/>
                  <a:pt x="3013" y="1129"/>
                  <a:pt x="3027" y="1132"/>
                </a:cubicBezTo>
                <a:cubicBezTo>
                  <a:pt x="3023" y="1132"/>
                  <a:pt x="3018" y="1132"/>
                  <a:pt x="3014" y="1132"/>
                </a:cubicBezTo>
                <a:cubicBezTo>
                  <a:pt x="2981" y="1130"/>
                  <a:pt x="2949" y="1128"/>
                  <a:pt x="2916" y="1126"/>
                </a:cubicBezTo>
                <a:cubicBezTo>
                  <a:pt x="2885" y="1124"/>
                  <a:pt x="2854" y="1123"/>
                  <a:pt x="2823" y="1121"/>
                </a:cubicBezTo>
                <a:cubicBezTo>
                  <a:pt x="2790" y="1119"/>
                  <a:pt x="2758" y="1117"/>
                  <a:pt x="2726" y="1116"/>
                </a:cubicBezTo>
                <a:cubicBezTo>
                  <a:pt x="2700" y="1114"/>
                  <a:pt x="2675" y="1113"/>
                  <a:pt x="2649" y="1112"/>
                </a:cubicBezTo>
                <a:cubicBezTo>
                  <a:pt x="2617" y="1110"/>
                  <a:pt x="2584" y="1108"/>
                  <a:pt x="2551" y="1106"/>
                </a:cubicBezTo>
                <a:cubicBezTo>
                  <a:pt x="2520" y="1104"/>
                  <a:pt x="2489" y="1103"/>
                  <a:pt x="2458" y="1101"/>
                </a:cubicBezTo>
                <a:cubicBezTo>
                  <a:pt x="2426" y="1099"/>
                  <a:pt x="2393" y="1097"/>
                  <a:pt x="2360" y="1096"/>
                </a:cubicBezTo>
                <a:cubicBezTo>
                  <a:pt x="2329" y="1094"/>
                  <a:pt x="2298" y="1092"/>
                  <a:pt x="2267" y="1090"/>
                </a:cubicBezTo>
                <a:cubicBezTo>
                  <a:pt x="2234" y="1089"/>
                  <a:pt x="2202" y="1087"/>
                  <a:pt x="2169" y="1085"/>
                </a:cubicBezTo>
                <a:cubicBezTo>
                  <a:pt x="2144" y="1084"/>
                  <a:pt x="2119" y="1082"/>
                  <a:pt x="2093" y="1081"/>
                </a:cubicBezTo>
                <a:cubicBezTo>
                  <a:pt x="2061" y="1079"/>
                  <a:pt x="2029" y="1077"/>
                  <a:pt x="1997" y="1075"/>
                </a:cubicBezTo>
                <a:cubicBezTo>
                  <a:pt x="1965" y="1074"/>
                  <a:pt x="1934" y="1072"/>
                  <a:pt x="1902" y="1070"/>
                </a:cubicBezTo>
                <a:cubicBezTo>
                  <a:pt x="1870" y="1068"/>
                  <a:pt x="1837" y="1067"/>
                  <a:pt x="1804" y="1065"/>
                </a:cubicBezTo>
                <a:cubicBezTo>
                  <a:pt x="1773" y="1063"/>
                  <a:pt x="1742" y="1061"/>
                  <a:pt x="1711" y="1060"/>
                </a:cubicBezTo>
                <a:cubicBezTo>
                  <a:pt x="1679" y="1058"/>
                  <a:pt x="1646" y="1056"/>
                  <a:pt x="1613" y="1054"/>
                </a:cubicBezTo>
                <a:cubicBezTo>
                  <a:pt x="1582" y="1052"/>
                  <a:pt x="1551" y="1051"/>
                  <a:pt x="1520" y="1049"/>
                </a:cubicBezTo>
                <a:cubicBezTo>
                  <a:pt x="1488" y="1047"/>
                  <a:pt x="1455" y="1045"/>
                  <a:pt x="1422" y="1044"/>
                </a:cubicBezTo>
                <a:cubicBezTo>
                  <a:pt x="1397" y="1042"/>
                  <a:pt x="1372" y="1041"/>
                  <a:pt x="1346" y="1039"/>
                </a:cubicBezTo>
                <a:cubicBezTo>
                  <a:pt x="1314" y="1038"/>
                  <a:pt x="1282" y="1036"/>
                  <a:pt x="1249" y="1034"/>
                </a:cubicBezTo>
                <a:cubicBezTo>
                  <a:pt x="1224" y="1033"/>
                  <a:pt x="1198" y="1031"/>
                  <a:pt x="1173" y="1030"/>
                </a:cubicBezTo>
                <a:cubicBezTo>
                  <a:pt x="1140" y="1028"/>
                  <a:pt x="1107" y="1026"/>
                  <a:pt x="1075" y="1024"/>
                </a:cubicBezTo>
                <a:cubicBezTo>
                  <a:pt x="1049" y="1023"/>
                  <a:pt x="1024" y="1022"/>
                  <a:pt x="999" y="1020"/>
                </a:cubicBezTo>
                <a:cubicBezTo>
                  <a:pt x="966" y="1018"/>
                  <a:pt x="934" y="1017"/>
                  <a:pt x="902" y="1015"/>
                </a:cubicBezTo>
                <a:cubicBezTo>
                  <a:pt x="876" y="1013"/>
                  <a:pt x="851" y="1012"/>
                  <a:pt x="825" y="1011"/>
                </a:cubicBezTo>
                <a:cubicBezTo>
                  <a:pt x="793" y="1009"/>
                  <a:pt x="760" y="1007"/>
                  <a:pt x="727" y="1005"/>
                </a:cubicBezTo>
                <a:cubicBezTo>
                  <a:pt x="702" y="1004"/>
                  <a:pt x="677" y="1002"/>
                  <a:pt x="652" y="1001"/>
                </a:cubicBezTo>
                <a:cubicBezTo>
                  <a:pt x="619" y="999"/>
                  <a:pt x="587" y="997"/>
                  <a:pt x="554" y="996"/>
                </a:cubicBezTo>
                <a:cubicBezTo>
                  <a:pt x="529" y="994"/>
                  <a:pt x="503" y="993"/>
                  <a:pt x="478" y="991"/>
                </a:cubicBezTo>
                <a:cubicBezTo>
                  <a:pt x="445" y="990"/>
                  <a:pt x="413" y="988"/>
                  <a:pt x="381" y="986"/>
                </a:cubicBezTo>
                <a:cubicBezTo>
                  <a:pt x="355" y="985"/>
                  <a:pt x="330" y="983"/>
                  <a:pt x="304" y="982"/>
                </a:cubicBezTo>
                <a:cubicBezTo>
                  <a:pt x="272" y="980"/>
                  <a:pt x="240" y="978"/>
                  <a:pt x="208" y="976"/>
                </a:cubicBezTo>
                <a:cubicBezTo>
                  <a:pt x="176" y="975"/>
                  <a:pt x="145" y="973"/>
                  <a:pt x="114" y="971"/>
                </a:cubicBezTo>
                <a:cubicBezTo>
                  <a:pt x="76" y="969"/>
                  <a:pt x="38" y="967"/>
                  <a:pt x="0" y="96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8"/>
          <p:cNvSpPr/>
          <p:nvPr/>
        </p:nvSpPr>
        <p:spPr>
          <a:xfrm flipH="1">
            <a:off x="-650181" y="3795602"/>
            <a:ext cx="2887081" cy="1911554"/>
          </a:xfrm>
          <a:custGeom>
            <a:rect b="b" l="l" r="r" t="t"/>
            <a:pathLst>
              <a:path extrusionOk="0" h="967" w="1458">
                <a:moveTo>
                  <a:pt x="991" y="178"/>
                </a:moveTo>
                <a:cubicBezTo>
                  <a:pt x="991" y="178"/>
                  <a:pt x="876" y="322"/>
                  <a:pt x="438" y="443"/>
                </a:cubicBezTo>
                <a:cubicBezTo>
                  <a:pt x="0" y="564"/>
                  <a:pt x="248" y="944"/>
                  <a:pt x="501" y="910"/>
                </a:cubicBezTo>
                <a:cubicBezTo>
                  <a:pt x="755" y="875"/>
                  <a:pt x="1147" y="967"/>
                  <a:pt x="1302" y="789"/>
                </a:cubicBezTo>
                <a:cubicBezTo>
                  <a:pt x="1458" y="610"/>
                  <a:pt x="1417" y="103"/>
                  <a:pt x="1268" y="52"/>
                </a:cubicBezTo>
                <a:cubicBezTo>
                  <a:pt x="1118" y="0"/>
                  <a:pt x="991" y="178"/>
                  <a:pt x="991" y="17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" name="Google Shape;48;p9"/>
          <p:cNvSpPr/>
          <p:nvPr/>
        </p:nvSpPr>
        <p:spPr>
          <a:xfrm flipH="1">
            <a:off x="-1869132" y="-1862221"/>
            <a:ext cx="4843200" cy="3484665"/>
          </a:xfrm>
          <a:custGeom>
            <a:rect b="b" l="l" r="r" t="t"/>
            <a:pathLst>
              <a:path extrusionOk="0" h="1837" w="2548">
                <a:moveTo>
                  <a:pt x="931" y="198"/>
                </a:moveTo>
                <a:cubicBezTo>
                  <a:pt x="931" y="198"/>
                  <a:pt x="537" y="220"/>
                  <a:pt x="317" y="374"/>
                </a:cubicBezTo>
                <a:cubicBezTo>
                  <a:pt x="98" y="527"/>
                  <a:pt x="0" y="878"/>
                  <a:pt x="153" y="1092"/>
                </a:cubicBezTo>
                <a:cubicBezTo>
                  <a:pt x="306" y="1305"/>
                  <a:pt x="487" y="1037"/>
                  <a:pt x="674" y="1168"/>
                </a:cubicBezTo>
                <a:cubicBezTo>
                  <a:pt x="860" y="1300"/>
                  <a:pt x="821" y="1443"/>
                  <a:pt x="821" y="1557"/>
                </a:cubicBezTo>
                <a:cubicBezTo>
                  <a:pt x="821" y="1776"/>
                  <a:pt x="975" y="1837"/>
                  <a:pt x="1150" y="1787"/>
                </a:cubicBezTo>
                <a:cubicBezTo>
                  <a:pt x="1326" y="1738"/>
                  <a:pt x="1429" y="1482"/>
                  <a:pt x="1649" y="1535"/>
                </a:cubicBezTo>
                <a:cubicBezTo>
                  <a:pt x="2032" y="1629"/>
                  <a:pt x="2548" y="1519"/>
                  <a:pt x="2021" y="735"/>
                </a:cubicBezTo>
                <a:cubicBezTo>
                  <a:pt x="1528" y="0"/>
                  <a:pt x="931" y="198"/>
                  <a:pt x="931" y="19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9"/>
          <p:cNvSpPr/>
          <p:nvPr/>
        </p:nvSpPr>
        <p:spPr>
          <a:xfrm flipH="1" rot="175825">
            <a:off x="4955813" y="3855851"/>
            <a:ext cx="5929155" cy="2213648"/>
          </a:xfrm>
          <a:custGeom>
            <a:rect b="b" l="l" r="r" t="t"/>
            <a:pathLst>
              <a:path extrusionOk="0" h="1132" w="3027">
                <a:moveTo>
                  <a:pt x="0" y="965"/>
                </a:moveTo>
                <a:cubicBezTo>
                  <a:pt x="0" y="965"/>
                  <a:pt x="0" y="964"/>
                  <a:pt x="0" y="964"/>
                </a:cubicBezTo>
                <a:cubicBezTo>
                  <a:pt x="0" y="963"/>
                  <a:pt x="0" y="962"/>
                  <a:pt x="0" y="961"/>
                </a:cubicBezTo>
                <a:cubicBezTo>
                  <a:pt x="9" y="913"/>
                  <a:pt x="16" y="864"/>
                  <a:pt x="25" y="816"/>
                </a:cubicBezTo>
                <a:cubicBezTo>
                  <a:pt x="38" y="742"/>
                  <a:pt x="52" y="667"/>
                  <a:pt x="66" y="592"/>
                </a:cubicBezTo>
                <a:cubicBezTo>
                  <a:pt x="85" y="488"/>
                  <a:pt x="107" y="385"/>
                  <a:pt x="131" y="282"/>
                </a:cubicBezTo>
                <a:cubicBezTo>
                  <a:pt x="145" y="222"/>
                  <a:pt x="161" y="162"/>
                  <a:pt x="180" y="104"/>
                </a:cubicBezTo>
                <a:cubicBezTo>
                  <a:pt x="189" y="77"/>
                  <a:pt x="198" y="51"/>
                  <a:pt x="212" y="27"/>
                </a:cubicBezTo>
                <a:cubicBezTo>
                  <a:pt x="216" y="20"/>
                  <a:pt x="221" y="14"/>
                  <a:pt x="226" y="8"/>
                </a:cubicBezTo>
                <a:cubicBezTo>
                  <a:pt x="234" y="0"/>
                  <a:pt x="242" y="1"/>
                  <a:pt x="249" y="10"/>
                </a:cubicBezTo>
                <a:cubicBezTo>
                  <a:pt x="284" y="54"/>
                  <a:pt x="325" y="91"/>
                  <a:pt x="371" y="123"/>
                </a:cubicBezTo>
                <a:cubicBezTo>
                  <a:pt x="435" y="168"/>
                  <a:pt x="503" y="202"/>
                  <a:pt x="580" y="217"/>
                </a:cubicBezTo>
                <a:cubicBezTo>
                  <a:pt x="621" y="225"/>
                  <a:pt x="663" y="226"/>
                  <a:pt x="704" y="219"/>
                </a:cubicBezTo>
                <a:cubicBezTo>
                  <a:pt x="774" y="207"/>
                  <a:pt x="844" y="194"/>
                  <a:pt x="914" y="183"/>
                </a:cubicBezTo>
                <a:cubicBezTo>
                  <a:pt x="960" y="176"/>
                  <a:pt x="1006" y="170"/>
                  <a:pt x="1052" y="166"/>
                </a:cubicBezTo>
                <a:cubicBezTo>
                  <a:pt x="1093" y="162"/>
                  <a:pt x="1135" y="159"/>
                  <a:pt x="1176" y="158"/>
                </a:cubicBezTo>
                <a:cubicBezTo>
                  <a:pt x="1247" y="155"/>
                  <a:pt x="1318" y="158"/>
                  <a:pt x="1389" y="171"/>
                </a:cubicBezTo>
                <a:cubicBezTo>
                  <a:pt x="1443" y="181"/>
                  <a:pt x="1495" y="197"/>
                  <a:pt x="1544" y="222"/>
                </a:cubicBezTo>
                <a:cubicBezTo>
                  <a:pt x="1585" y="243"/>
                  <a:pt x="1622" y="269"/>
                  <a:pt x="1651" y="305"/>
                </a:cubicBezTo>
                <a:cubicBezTo>
                  <a:pt x="1668" y="326"/>
                  <a:pt x="1681" y="350"/>
                  <a:pt x="1685" y="377"/>
                </a:cubicBezTo>
                <a:cubicBezTo>
                  <a:pt x="1688" y="402"/>
                  <a:pt x="1681" y="423"/>
                  <a:pt x="1658" y="436"/>
                </a:cubicBezTo>
                <a:cubicBezTo>
                  <a:pt x="1653" y="439"/>
                  <a:pt x="1648" y="443"/>
                  <a:pt x="1643" y="447"/>
                </a:cubicBezTo>
                <a:cubicBezTo>
                  <a:pt x="1607" y="480"/>
                  <a:pt x="1587" y="521"/>
                  <a:pt x="1584" y="570"/>
                </a:cubicBezTo>
                <a:cubicBezTo>
                  <a:pt x="1583" y="595"/>
                  <a:pt x="1589" y="619"/>
                  <a:pt x="1605" y="639"/>
                </a:cubicBezTo>
                <a:cubicBezTo>
                  <a:pt x="1630" y="669"/>
                  <a:pt x="1663" y="682"/>
                  <a:pt x="1701" y="686"/>
                </a:cubicBezTo>
                <a:cubicBezTo>
                  <a:pt x="1732" y="688"/>
                  <a:pt x="1763" y="683"/>
                  <a:pt x="1793" y="675"/>
                </a:cubicBezTo>
                <a:cubicBezTo>
                  <a:pt x="1837" y="665"/>
                  <a:pt x="1880" y="650"/>
                  <a:pt x="1923" y="636"/>
                </a:cubicBezTo>
                <a:cubicBezTo>
                  <a:pt x="1984" y="616"/>
                  <a:pt x="2046" y="595"/>
                  <a:pt x="2111" y="583"/>
                </a:cubicBezTo>
                <a:cubicBezTo>
                  <a:pt x="2161" y="574"/>
                  <a:pt x="2212" y="571"/>
                  <a:pt x="2263" y="578"/>
                </a:cubicBezTo>
                <a:cubicBezTo>
                  <a:pt x="2313" y="585"/>
                  <a:pt x="2359" y="601"/>
                  <a:pt x="2403" y="627"/>
                </a:cubicBezTo>
                <a:cubicBezTo>
                  <a:pt x="2456" y="660"/>
                  <a:pt x="2498" y="704"/>
                  <a:pt x="2533" y="756"/>
                </a:cubicBezTo>
                <a:cubicBezTo>
                  <a:pt x="2562" y="799"/>
                  <a:pt x="2584" y="846"/>
                  <a:pt x="2604" y="894"/>
                </a:cubicBezTo>
                <a:cubicBezTo>
                  <a:pt x="2610" y="908"/>
                  <a:pt x="2616" y="921"/>
                  <a:pt x="2625" y="933"/>
                </a:cubicBezTo>
                <a:cubicBezTo>
                  <a:pt x="2646" y="961"/>
                  <a:pt x="2672" y="983"/>
                  <a:pt x="2701" y="1003"/>
                </a:cubicBezTo>
                <a:cubicBezTo>
                  <a:pt x="2787" y="1063"/>
                  <a:pt x="2883" y="1101"/>
                  <a:pt x="2985" y="1123"/>
                </a:cubicBezTo>
                <a:cubicBezTo>
                  <a:pt x="2999" y="1127"/>
                  <a:pt x="3013" y="1129"/>
                  <a:pt x="3027" y="1132"/>
                </a:cubicBezTo>
                <a:cubicBezTo>
                  <a:pt x="3023" y="1132"/>
                  <a:pt x="3018" y="1132"/>
                  <a:pt x="3014" y="1132"/>
                </a:cubicBezTo>
                <a:cubicBezTo>
                  <a:pt x="2981" y="1130"/>
                  <a:pt x="2949" y="1128"/>
                  <a:pt x="2916" y="1126"/>
                </a:cubicBezTo>
                <a:cubicBezTo>
                  <a:pt x="2885" y="1124"/>
                  <a:pt x="2854" y="1123"/>
                  <a:pt x="2823" y="1121"/>
                </a:cubicBezTo>
                <a:cubicBezTo>
                  <a:pt x="2790" y="1119"/>
                  <a:pt x="2758" y="1117"/>
                  <a:pt x="2726" y="1116"/>
                </a:cubicBezTo>
                <a:cubicBezTo>
                  <a:pt x="2700" y="1114"/>
                  <a:pt x="2675" y="1113"/>
                  <a:pt x="2649" y="1112"/>
                </a:cubicBezTo>
                <a:cubicBezTo>
                  <a:pt x="2617" y="1110"/>
                  <a:pt x="2584" y="1108"/>
                  <a:pt x="2551" y="1106"/>
                </a:cubicBezTo>
                <a:cubicBezTo>
                  <a:pt x="2520" y="1104"/>
                  <a:pt x="2489" y="1103"/>
                  <a:pt x="2458" y="1101"/>
                </a:cubicBezTo>
                <a:cubicBezTo>
                  <a:pt x="2426" y="1099"/>
                  <a:pt x="2393" y="1097"/>
                  <a:pt x="2360" y="1096"/>
                </a:cubicBezTo>
                <a:cubicBezTo>
                  <a:pt x="2329" y="1094"/>
                  <a:pt x="2298" y="1092"/>
                  <a:pt x="2267" y="1090"/>
                </a:cubicBezTo>
                <a:cubicBezTo>
                  <a:pt x="2234" y="1089"/>
                  <a:pt x="2202" y="1087"/>
                  <a:pt x="2169" y="1085"/>
                </a:cubicBezTo>
                <a:cubicBezTo>
                  <a:pt x="2144" y="1084"/>
                  <a:pt x="2119" y="1082"/>
                  <a:pt x="2093" y="1081"/>
                </a:cubicBezTo>
                <a:cubicBezTo>
                  <a:pt x="2061" y="1079"/>
                  <a:pt x="2029" y="1077"/>
                  <a:pt x="1997" y="1075"/>
                </a:cubicBezTo>
                <a:cubicBezTo>
                  <a:pt x="1965" y="1074"/>
                  <a:pt x="1934" y="1072"/>
                  <a:pt x="1902" y="1070"/>
                </a:cubicBezTo>
                <a:cubicBezTo>
                  <a:pt x="1870" y="1068"/>
                  <a:pt x="1837" y="1067"/>
                  <a:pt x="1804" y="1065"/>
                </a:cubicBezTo>
                <a:cubicBezTo>
                  <a:pt x="1773" y="1063"/>
                  <a:pt x="1742" y="1061"/>
                  <a:pt x="1711" y="1060"/>
                </a:cubicBezTo>
                <a:cubicBezTo>
                  <a:pt x="1679" y="1058"/>
                  <a:pt x="1646" y="1056"/>
                  <a:pt x="1613" y="1054"/>
                </a:cubicBezTo>
                <a:cubicBezTo>
                  <a:pt x="1582" y="1052"/>
                  <a:pt x="1551" y="1051"/>
                  <a:pt x="1520" y="1049"/>
                </a:cubicBezTo>
                <a:cubicBezTo>
                  <a:pt x="1488" y="1047"/>
                  <a:pt x="1455" y="1045"/>
                  <a:pt x="1422" y="1044"/>
                </a:cubicBezTo>
                <a:cubicBezTo>
                  <a:pt x="1397" y="1042"/>
                  <a:pt x="1372" y="1041"/>
                  <a:pt x="1346" y="1039"/>
                </a:cubicBezTo>
                <a:cubicBezTo>
                  <a:pt x="1314" y="1038"/>
                  <a:pt x="1282" y="1036"/>
                  <a:pt x="1249" y="1034"/>
                </a:cubicBezTo>
                <a:cubicBezTo>
                  <a:pt x="1224" y="1033"/>
                  <a:pt x="1198" y="1031"/>
                  <a:pt x="1173" y="1030"/>
                </a:cubicBezTo>
                <a:cubicBezTo>
                  <a:pt x="1140" y="1028"/>
                  <a:pt x="1107" y="1026"/>
                  <a:pt x="1075" y="1024"/>
                </a:cubicBezTo>
                <a:cubicBezTo>
                  <a:pt x="1049" y="1023"/>
                  <a:pt x="1024" y="1022"/>
                  <a:pt x="999" y="1020"/>
                </a:cubicBezTo>
                <a:cubicBezTo>
                  <a:pt x="966" y="1018"/>
                  <a:pt x="934" y="1017"/>
                  <a:pt x="902" y="1015"/>
                </a:cubicBezTo>
                <a:cubicBezTo>
                  <a:pt x="876" y="1013"/>
                  <a:pt x="851" y="1012"/>
                  <a:pt x="825" y="1011"/>
                </a:cubicBezTo>
                <a:cubicBezTo>
                  <a:pt x="793" y="1009"/>
                  <a:pt x="760" y="1007"/>
                  <a:pt x="727" y="1005"/>
                </a:cubicBezTo>
                <a:cubicBezTo>
                  <a:pt x="702" y="1004"/>
                  <a:pt x="677" y="1002"/>
                  <a:pt x="652" y="1001"/>
                </a:cubicBezTo>
                <a:cubicBezTo>
                  <a:pt x="619" y="999"/>
                  <a:pt x="587" y="997"/>
                  <a:pt x="554" y="996"/>
                </a:cubicBezTo>
                <a:cubicBezTo>
                  <a:pt x="529" y="994"/>
                  <a:pt x="503" y="993"/>
                  <a:pt x="478" y="991"/>
                </a:cubicBezTo>
                <a:cubicBezTo>
                  <a:pt x="445" y="990"/>
                  <a:pt x="413" y="988"/>
                  <a:pt x="381" y="986"/>
                </a:cubicBezTo>
                <a:cubicBezTo>
                  <a:pt x="355" y="985"/>
                  <a:pt x="330" y="983"/>
                  <a:pt x="304" y="982"/>
                </a:cubicBezTo>
                <a:cubicBezTo>
                  <a:pt x="272" y="980"/>
                  <a:pt x="240" y="978"/>
                  <a:pt x="208" y="976"/>
                </a:cubicBezTo>
                <a:cubicBezTo>
                  <a:pt x="176" y="975"/>
                  <a:pt x="145" y="973"/>
                  <a:pt x="114" y="971"/>
                </a:cubicBezTo>
                <a:cubicBezTo>
                  <a:pt x="76" y="969"/>
                  <a:pt x="38" y="967"/>
                  <a:pt x="0" y="96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>
            <p:ph idx="2" type="pic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0"/>
          <p:cNvSpPr txBox="1"/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898425" y="917025"/>
            <a:ext cx="4273200" cy="182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87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subTitle"/>
          </p:nvPr>
        </p:nvSpPr>
        <p:spPr>
          <a:xfrm>
            <a:off x="898575" y="2894425"/>
            <a:ext cx="4273200" cy="11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6" name="Google Shape;56;p11"/>
          <p:cNvSpPr/>
          <p:nvPr/>
        </p:nvSpPr>
        <p:spPr>
          <a:xfrm>
            <a:off x="-543573" y="228528"/>
            <a:ext cx="1359925" cy="1558500"/>
          </a:xfrm>
          <a:custGeom>
            <a:rect b="b" l="l" r="r" t="t"/>
            <a:pathLst>
              <a:path extrusionOk="0" h="1086" w="946">
                <a:moveTo>
                  <a:pt x="0" y="998"/>
                </a:moveTo>
                <a:cubicBezTo>
                  <a:pt x="5" y="982"/>
                  <a:pt x="11" y="967"/>
                  <a:pt x="17" y="951"/>
                </a:cubicBezTo>
                <a:cubicBezTo>
                  <a:pt x="60" y="850"/>
                  <a:pt x="133" y="780"/>
                  <a:pt x="239" y="748"/>
                </a:cubicBezTo>
                <a:cubicBezTo>
                  <a:pt x="269" y="739"/>
                  <a:pt x="281" y="726"/>
                  <a:pt x="285" y="693"/>
                </a:cubicBezTo>
                <a:cubicBezTo>
                  <a:pt x="301" y="540"/>
                  <a:pt x="395" y="446"/>
                  <a:pt x="525" y="381"/>
                </a:cubicBezTo>
                <a:cubicBezTo>
                  <a:pt x="542" y="372"/>
                  <a:pt x="559" y="367"/>
                  <a:pt x="577" y="360"/>
                </a:cubicBezTo>
                <a:cubicBezTo>
                  <a:pt x="586" y="357"/>
                  <a:pt x="590" y="353"/>
                  <a:pt x="592" y="342"/>
                </a:cubicBezTo>
                <a:cubicBezTo>
                  <a:pt x="605" y="278"/>
                  <a:pt x="617" y="214"/>
                  <a:pt x="642" y="153"/>
                </a:cubicBezTo>
                <a:cubicBezTo>
                  <a:pt x="670" y="88"/>
                  <a:pt x="712" y="35"/>
                  <a:pt x="777" y="3"/>
                </a:cubicBezTo>
                <a:cubicBezTo>
                  <a:pt x="778" y="2"/>
                  <a:pt x="779" y="1"/>
                  <a:pt x="780" y="0"/>
                </a:cubicBezTo>
                <a:cubicBezTo>
                  <a:pt x="782" y="0"/>
                  <a:pt x="784" y="0"/>
                  <a:pt x="787" y="0"/>
                </a:cubicBezTo>
                <a:cubicBezTo>
                  <a:pt x="795" y="8"/>
                  <a:pt x="791" y="13"/>
                  <a:pt x="783" y="18"/>
                </a:cubicBezTo>
                <a:cubicBezTo>
                  <a:pt x="769" y="27"/>
                  <a:pt x="755" y="36"/>
                  <a:pt x="741" y="45"/>
                </a:cubicBezTo>
                <a:cubicBezTo>
                  <a:pt x="792" y="92"/>
                  <a:pt x="840" y="138"/>
                  <a:pt x="888" y="183"/>
                </a:cubicBezTo>
                <a:cubicBezTo>
                  <a:pt x="902" y="169"/>
                  <a:pt x="915" y="155"/>
                  <a:pt x="928" y="143"/>
                </a:cubicBezTo>
                <a:cubicBezTo>
                  <a:pt x="933" y="139"/>
                  <a:pt x="940" y="138"/>
                  <a:pt x="946" y="136"/>
                </a:cubicBezTo>
                <a:cubicBezTo>
                  <a:pt x="946" y="139"/>
                  <a:pt x="946" y="143"/>
                  <a:pt x="946" y="146"/>
                </a:cubicBezTo>
                <a:cubicBezTo>
                  <a:pt x="942" y="149"/>
                  <a:pt x="939" y="152"/>
                  <a:pt x="935" y="156"/>
                </a:cubicBezTo>
                <a:cubicBezTo>
                  <a:pt x="850" y="253"/>
                  <a:pt x="746" y="322"/>
                  <a:pt x="622" y="360"/>
                </a:cubicBezTo>
                <a:cubicBezTo>
                  <a:pt x="607" y="365"/>
                  <a:pt x="601" y="372"/>
                  <a:pt x="597" y="387"/>
                </a:cubicBezTo>
                <a:cubicBezTo>
                  <a:pt x="583" y="457"/>
                  <a:pt x="565" y="525"/>
                  <a:pt x="524" y="585"/>
                </a:cubicBezTo>
                <a:cubicBezTo>
                  <a:pt x="474" y="659"/>
                  <a:pt x="403" y="704"/>
                  <a:pt x="320" y="733"/>
                </a:cubicBezTo>
                <a:cubicBezTo>
                  <a:pt x="300" y="741"/>
                  <a:pt x="292" y="752"/>
                  <a:pt x="288" y="772"/>
                </a:cubicBezTo>
                <a:cubicBezTo>
                  <a:pt x="273" y="861"/>
                  <a:pt x="242" y="945"/>
                  <a:pt x="190" y="1018"/>
                </a:cubicBezTo>
                <a:cubicBezTo>
                  <a:pt x="173" y="1043"/>
                  <a:pt x="150" y="1063"/>
                  <a:pt x="130" y="1086"/>
                </a:cubicBezTo>
                <a:cubicBezTo>
                  <a:pt x="126" y="1086"/>
                  <a:pt x="123" y="1086"/>
                  <a:pt x="120" y="1086"/>
                </a:cubicBezTo>
                <a:cubicBezTo>
                  <a:pt x="108" y="1067"/>
                  <a:pt x="134" y="1066"/>
                  <a:pt x="135" y="1054"/>
                </a:cubicBezTo>
                <a:cubicBezTo>
                  <a:pt x="98" y="1027"/>
                  <a:pt x="61" y="1001"/>
                  <a:pt x="23" y="973"/>
                </a:cubicBezTo>
                <a:cubicBezTo>
                  <a:pt x="19" y="985"/>
                  <a:pt x="16" y="993"/>
                  <a:pt x="13" y="1002"/>
                </a:cubicBezTo>
                <a:cubicBezTo>
                  <a:pt x="11" y="1010"/>
                  <a:pt x="7" y="1013"/>
                  <a:pt x="0" y="1008"/>
                </a:cubicBezTo>
                <a:cubicBezTo>
                  <a:pt x="0" y="1004"/>
                  <a:pt x="0" y="1001"/>
                  <a:pt x="0" y="998"/>
                </a:cubicBezTo>
                <a:close/>
                <a:moveTo>
                  <a:pt x="878" y="193"/>
                </a:moveTo>
                <a:cubicBezTo>
                  <a:pt x="829" y="146"/>
                  <a:pt x="780" y="100"/>
                  <a:pt x="731" y="54"/>
                </a:cubicBezTo>
                <a:cubicBezTo>
                  <a:pt x="721" y="65"/>
                  <a:pt x="713" y="73"/>
                  <a:pt x="705" y="82"/>
                </a:cubicBezTo>
                <a:cubicBezTo>
                  <a:pt x="746" y="135"/>
                  <a:pt x="792" y="181"/>
                  <a:pt x="846" y="221"/>
                </a:cubicBezTo>
                <a:cubicBezTo>
                  <a:pt x="857" y="212"/>
                  <a:pt x="867" y="203"/>
                  <a:pt x="878" y="193"/>
                </a:cubicBezTo>
                <a:close/>
                <a:moveTo>
                  <a:pt x="666" y="147"/>
                </a:moveTo>
                <a:cubicBezTo>
                  <a:pt x="652" y="168"/>
                  <a:pt x="649" y="187"/>
                  <a:pt x="649" y="187"/>
                </a:cubicBezTo>
                <a:cubicBezTo>
                  <a:pt x="651" y="194"/>
                  <a:pt x="660" y="204"/>
                  <a:pt x="669" y="214"/>
                </a:cubicBezTo>
                <a:cubicBezTo>
                  <a:pt x="672" y="217"/>
                  <a:pt x="675" y="221"/>
                  <a:pt x="679" y="225"/>
                </a:cubicBezTo>
                <a:cubicBezTo>
                  <a:pt x="698" y="243"/>
                  <a:pt x="725" y="270"/>
                  <a:pt x="745" y="288"/>
                </a:cubicBezTo>
                <a:cubicBezTo>
                  <a:pt x="745" y="288"/>
                  <a:pt x="750" y="285"/>
                  <a:pt x="754" y="283"/>
                </a:cubicBezTo>
                <a:cubicBezTo>
                  <a:pt x="768" y="276"/>
                  <a:pt x="780" y="267"/>
                  <a:pt x="793" y="259"/>
                </a:cubicBezTo>
                <a:cubicBezTo>
                  <a:pt x="750" y="221"/>
                  <a:pt x="708" y="184"/>
                  <a:pt x="666" y="147"/>
                </a:cubicBezTo>
                <a:close/>
                <a:moveTo>
                  <a:pt x="423" y="464"/>
                </a:moveTo>
                <a:cubicBezTo>
                  <a:pt x="411" y="476"/>
                  <a:pt x="400" y="488"/>
                  <a:pt x="388" y="502"/>
                </a:cubicBezTo>
                <a:cubicBezTo>
                  <a:pt x="425" y="534"/>
                  <a:pt x="461" y="565"/>
                  <a:pt x="498" y="597"/>
                </a:cubicBezTo>
                <a:cubicBezTo>
                  <a:pt x="507" y="582"/>
                  <a:pt x="516" y="568"/>
                  <a:pt x="524" y="556"/>
                </a:cubicBezTo>
                <a:cubicBezTo>
                  <a:pt x="489" y="525"/>
                  <a:pt x="457" y="495"/>
                  <a:pt x="423" y="464"/>
                </a:cubicBezTo>
                <a:close/>
                <a:moveTo>
                  <a:pt x="671" y="133"/>
                </a:moveTo>
                <a:cubicBezTo>
                  <a:pt x="717" y="172"/>
                  <a:pt x="762" y="211"/>
                  <a:pt x="807" y="250"/>
                </a:cubicBezTo>
                <a:cubicBezTo>
                  <a:pt x="817" y="243"/>
                  <a:pt x="824" y="237"/>
                  <a:pt x="830" y="233"/>
                </a:cubicBezTo>
                <a:cubicBezTo>
                  <a:pt x="784" y="187"/>
                  <a:pt x="739" y="143"/>
                  <a:pt x="694" y="97"/>
                </a:cubicBezTo>
                <a:cubicBezTo>
                  <a:pt x="688" y="105"/>
                  <a:pt x="681" y="117"/>
                  <a:pt x="671" y="133"/>
                </a:cubicBezTo>
                <a:close/>
                <a:moveTo>
                  <a:pt x="487" y="608"/>
                </a:moveTo>
                <a:cubicBezTo>
                  <a:pt x="451" y="577"/>
                  <a:pt x="415" y="546"/>
                  <a:pt x="378" y="514"/>
                </a:cubicBezTo>
                <a:cubicBezTo>
                  <a:pt x="370" y="526"/>
                  <a:pt x="361" y="538"/>
                  <a:pt x="352" y="551"/>
                </a:cubicBezTo>
                <a:cubicBezTo>
                  <a:pt x="389" y="580"/>
                  <a:pt x="424" y="608"/>
                  <a:pt x="459" y="635"/>
                </a:cubicBezTo>
                <a:cubicBezTo>
                  <a:pt x="466" y="628"/>
                  <a:pt x="475" y="620"/>
                  <a:pt x="487" y="608"/>
                </a:cubicBezTo>
                <a:close/>
                <a:moveTo>
                  <a:pt x="52" y="912"/>
                </a:moveTo>
                <a:cubicBezTo>
                  <a:pt x="95" y="944"/>
                  <a:pt x="136" y="974"/>
                  <a:pt x="178" y="1006"/>
                </a:cubicBezTo>
                <a:cubicBezTo>
                  <a:pt x="184" y="997"/>
                  <a:pt x="189" y="989"/>
                  <a:pt x="196" y="979"/>
                </a:cubicBezTo>
                <a:cubicBezTo>
                  <a:pt x="156" y="946"/>
                  <a:pt x="116" y="913"/>
                  <a:pt x="75" y="879"/>
                </a:cubicBezTo>
                <a:cubicBezTo>
                  <a:pt x="66" y="891"/>
                  <a:pt x="59" y="902"/>
                  <a:pt x="52" y="912"/>
                </a:cubicBezTo>
                <a:close/>
                <a:moveTo>
                  <a:pt x="438" y="450"/>
                </a:moveTo>
                <a:cubicBezTo>
                  <a:pt x="453" y="467"/>
                  <a:pt x="466" y="483"/>
                  <a:pt x="481" y="498"/>
                </a:cubicBezTo>
                <a:cubicBezTo>
                  <a:pt x="497" y="512"/>
                  <a:pt x="514" y="525"/>
                  <a:pt x="533" y="540"/>
                </a:cubicBezTo>
                <a:cubicBezTo>
                  <a:pt x="539" y="527"/>
                  <a:pt x="544" y="516"/>
                  <a:pt x="548" y="504"/>
                </a:cubicBezTo>
                <a:cubicBezTo>
                  <a:pt x="549" y="501"/>
                  <a:pt x="547" y="494"/>
                  <a:pt x="544" y="492"/>
                </a:cubicBezTo>
                <a:cubicBezTo>
                  <a:pt x="519" y="470"/>
                  <a:pt x="494" y="448"/>
                  <a:pt x="468" y="426"/>
                </a:cubicBezTo>
                <a:cubicBezTo>
                  <a:pt x="456" y="436"/>
                  <a:pt x="446" y="444"/>
                  <a:pt x="438" y="450"/>
                </a:cubicBezTo>
                <a:close/>
                <a:moveTo>
                  <a:pt x="325" y="602"/>
                </a:moveTo>
                <a:cubicBezTo>
                  <a:pt x="345" y="619"/>
                  <a:pt x="364" y="635"/>
                  <a:pt x="383" y="652"/>
                </a:cubicBezTo>
                <a:cubicBezTo>
                  <a:pt x="412" y="677"/>
                  <a:pt x="412" y="677"/>
                  <a:pt x="442" y="651"/>
                </a:cubicBezTo>
                <a:cubicBezTo>
                  <a:pt x="443" y="650"/>
                  <a:pt x="444" y="649"/>
                  <a:pt x="446" y="646"/>
                </a:cubicBezTo>
                <a:cubicBezTo>
                  <a:pt x="412" y="619"/>
                  <a:pt x="379" y="592"/>
                  <a:pt x="344" y="564"/>
                </a:cubicBezTo>
                <a:cubicBezTo>
                  <a:pt x="337" y="578"/>
                  <a:pt x="331" y="590"/>
                  <a:pt x="325" y="602"/>
                </a:cubicBezTo>
                <a:close/>
                <a:moveTo>
                  <a:pt x="168" y="1018"/>
                </a:moveTo>
                <a:cubicBezTo>
                  <a:pt x="126" y="987"/>
                  <a:pt x="86" y="956"/>
                  <a:pt x="44" y="925"/>
                </a:cubicBezTo>
                <a:cubicBezTo>
                  <a:pt x="38" y="938"/>
                  <a:pt x="33" y="949"/>
                  <a:pt x="29" y="959"/>
                </a:cubicBezTo>
                <a:cubicBezTo>
                  <a:pt x="69" y="987"/>
                  <a:pt x="108" y="1014"/>
                  <a:pt x="148" y="1042"/>
                </a:cubicBezTo>
                <a:cubicBezTo>
                  <a:pt x="155" y="1034"/>
                  <a:pt x="161" y="1027"/>
                  <a:pt x="168" y="1018"/>
                </a:cubicBezTo>
                <a:close/>
                <a:moveTo>
                  <a:pt x="219" y="936"/>
                </a:moveTo>
                <a:cubicBezTo>
                  <a:pt x="181" y="905"/>
                  <a:pt x="145" y="875"/>
                  <a:pt x="107" y="844"/>
                </a:cubicBezTo>
                <a:cubicBezTo>
                  <a:pt x="98" y="853"/>
                  <a:pt x="91" y="861"/>
                  <a:pt x="86" y="868"/>
                </a:cubicBezTo>
                <a:cubicBezTo>
                  <a:pt x="126" y="900"/>
                  <a:pt x="165" y="932"/>
                  <a:pt x="204" y="964"/>
                </a:cubicBezTo>
                <a:cubicBezTo>
                  <a:pt x="208" y="956"/>
                  <a:pt x="213" y="948"/>
                  <a:pt x="219" y="936"/>
                </a:cubicBezTo>
                <a:close/>
                <a:moveTo>
                  <a:pt x="119" y="834"/>
                </a:moveTo>
                <a:cubicBezTo>
                  <a:pt x="156" y="863"/>
                  <a:pt x="191" y="892"/>
                  <a:pt x="226" y="920"/>
                </a:cubicBezTo>
                <a:cubicBezTo>
                  <a:pt x="232" y="907"/>
                  <a:pt x="236" y="895"/>
                  <a:pt x="242" y="881"/>
                </a:cubicBezTo>
                <a:cubicBezTo>
                  <a:pt x="211" y="860"/>
                  <a:pt x="181" y="840"/>
                  <a:pt x="151" y="820"/>
                </a:cubicBezTo>
                <a:cubicBezTo>
                  <a:pt x="148" y="818"/>
                  <a:pt x="141" y="818"/>
                  <a:pt x="137" y="820"/>
                </a:cubicBezTo>
                <a:cubicBezTo>
                  <a:pt x="131" y="824"/>
                  <a:pt x="125" y="829"/>
                  <a:pt x="119" y="834"/>
                </a:cubicBezTo>
                <a:close/>
                <a:moveTo>
                  <a:pt x="641" y="206"/>
                </a:moveTo>
                <a:cubicBezTo>
                  <a:pt x="638" y="216"/>
                  <a:pt x="634" y="225"/>
                  <a:pt x="632" y="235"/>
                </a:cubicBezTo>
                <a:cubicBezTo>
                  <a:pt x="632" y="239"/>
                  <a:pt x="631" y="243"/>
                  <a:pt x="631" y="243"/>
                </a:cubicBezTo>
                <a:cubicBezTo>
                  <a:pt x="653" y="264"/>
                  <a:pt x="677" y="292"/>
                  <a:pt x="699" y="313"/>
                </a:cubicBezTo>
                <a:cubicBezTo>
                  <a:pt x="709" y="308"/>
                  <a:pt x="721" y="302"/>
                  <a:pt x="728" y="298"/>
                </a:cubicBezTo>
                <a:cubicBezTo>
                  <a:pt x="699" y="267"/>
                  <a:pt x="671" y="237"/>
                  <a:pt x="641" y="206"/>
                </a:cubicBezTo>
                <a:close/>
                <a:moveTo>
                  <a:pt x="160" y="805"/>
                </a:moveTo>
                <a:cubicBezTo>
                  <a:pt x="188" y="825"/>
                  <a:pt x="217" y="844"/>
                  <a:pt x="246" y="864"/>
                </a:cubicBezTo>
                <a:cubicBezTo>
                  <a:pt x="262" y="833"/>
                  <a:pt x="262" y="831"/>
                  <a:pt x="236" y="812"/>
                </a:cubicBezTo>
                <a:cubicBezTo>
                  <a:pt x="233" y="809"/>
                  <a:pt x="230" y="807"/>
                  <a:pt x="227" y="805"/>
                </a:cubicBezTo>
                <a:cubicBezTo>
                  <a:pt x="194" y="780"/>
                  <a:pt x="194" y="780"/>
                  <a:pt x="161" y="804"/>
                </a:cubicBezTo>
                <a:cubicBezTo>
                  <a:pt x="160" y="804"/>
                  <a:pt x="160" y="804"/>
                  <a:pt x="160" y="805"/>
                </a:cubicBezTo>
                <a:close/>
                <a:moveTo>
                  <a:pt x="320" y="617"/>
                </a:moveTo>
                <a:cubicBezTo>
                  <a:pt x="306" y="658"/>
                  <a:pt x="306" y="658"/>
                  <a:pt x="334" y="684"/>
                </a:cubicBezTo>
                <a:cubicBezTo>
                  <a:pt x="342" y="690"/>
                  <a:pt x="349" y="697"/>
                  <a:pt x="357" y="705"/>
                </a:cubicBezTo>
                <a:cubicBezTo>
                  <a:pt x="369" y="698"/>
                  <a:pt x="382" y="692"/>
                  <a:pt x="395" y="684"/>
                </a:cubicBezTo>
                <a:cubicBezTo>
                  <a:pt x="370" y="662"/>
                  <a:pt x="346" y="640"/>
                  <a:pt x="320" y="617"/>
                </a:cubicBezTo>
                <a:close/>
                <a:moveTo>
                  <a:pt x="567" y="447"/>
                </a:moveTo>
                <a:cubicBezTo>
                  <a:pt x="552" y="433"/>
                  <a:pt x="538" y="419"/>
                  <a:pt x="524" y="406"/>
                </a:cubicBezTo>
                <a:cubicBezTo>
                  <a:pt x="521" y="403"/>
                  <a:pt x="514" y="401"/>
                  <a:pt x="511" y="402"/>
                </a:cubicBezTo>
                <a:cubicBezTo>
                  <a:pt x="500" y="406"/>
                  <a:pt x="491" y="412"/>
                  <a:pt x="480" y="419"/>
                </a:cubicBezTo>
                <a:cubicBezTo>
                  <a:pt x="506" y="440"/>
                  <a:pt x="531" y="460"/>
                  <a:pt x="557" y="480"/>
                </a:cubicBezTo>
                <a:cubicBezTo>
                  <a:pt x="561" y="468"/>
                  <a:pt x="565" y="456"/>
                  <a:pt x="567" y="447"/>
                </a:cubicBezTo>
                <a:close/>
                <a:moveTo>
                  <a:pt x="212" y="774"/>
                </a:moveTo>
                <a:cubicBezTo>
                  <a:pt x="230" y="787"/>
                  <a:pt x="246" y="798"/>
                  <a:pt x="264" y="811"/>
                </a:cubicBezTo>
                <a:cubicBezTo>
                  <a:pt x="268" y="791"/>
                  <a:pt x="272" y="771"/>
                  <a:pt x="277" y="749"/>
                </a:cubicBezTo>
                <a:cubicBezTo>
                  <a:pt x="253" y="758"/>
                  <a:pt x="233" y="766"/>
                  <a:pt x="212" y="774"/>
                </a:cubicBezTo>
                <a:close/>
                <a:moveTo>
                  <a:pt x="685" y="319"/>
                </a:moveTo>
                <a:cubicBezTo>
                  <a:pt x="683" y="320"/>
                  <a:pt x="686" y="318"/>
                  <a:pt x="684" y="319"/>
                </a:cubicBezTo>
                <a:cubicBezTo>
                  <a:pt x="659" y="294"/>
                  <a:pt x="645" y="283"/>
                  <a:pt x="625" y="264"/>
                </a:cubicBezTo>
                <a:cubicBezTo>
                  <a:pt x="623" y="271"/>
                  <a:pt x="620" y="284"/>
                  <a:pt x="620" y="288"/>
                </a:cubicBezTo>
                <a:cubicBezTo>
                  <a:pt x="620" y="288"/>
                  <a:pt x="625" y="292"/>
                  <a:pt x="640" y="303"/>
                </a:cubicBezTo>
                <a:cubicBezTo>
                  <a:pt x="650" y="309"/>
                  <a:pt x="660" y="317"/>
                  <a:pt x="670" y="325"/>
                </a:cubicBezTo>
                <a:cubicBezTo>
                  <a:pt x="674" y="324"/>
                  <a:pt x="680" y="321"/>
                  <a:pt x="685" y="319"/>
                </a:cubicBezTo>
                <a:close/>
                <a:moveTo>
                  <a:pt x="586" y="372"/>
                </a:moveTo>
                <a:cubicBezTo>
                  <a:pt x="566" y="379"/>
                  <a:pt x="549" y="385"/>
                  <a:pt x="530" y="393"/>
                </a:cubicBezTo>
                <a:cubicBezTo>
                  <a:pt x="545" y="406"/>
                  <a:pt x="557" y="418"/>
                  <a:pt x="572" y="431"/>
                </a:cubicBezTo>
                <a:cubicBezTo>
                  <a:pt x="577" y="411"/>
                  <a:pt x="581" y="393"/>
                  <a:pt x="586" y="372"/>
                </a:cubicBezTo>
                <a:close/>
                <a:moveTo>
                  <a:pt x="305" y="676"/>
                </a:moveTo>
                <a:cubicBezTo>
                  <a:pt x="302" y="694"/>
                  <a:pt x="300" y="709"/>
                  <a:pt x="297" y="728"/>
                </a:cubicBezTo>
                <a:cubicBezTo>
                  <a:pt x="314" y="722"/>
                  <a:pt x="327" y="717"/>
                  <a:pt x="342" y="711"/>
                </a:cubicBezTo>
                <a:cubicBezTo>
                  <a:pt x="330" y="699"/>
                  <a:pt x="319" y="689"/>
                  <a:pt x="305" y="676"/>
                </a:cubicBezTo>
                <a:close/>
                <a:moveTo>
                  <a:pt x="616" y="302"/>
                </a:moveTo>
                <a:cubicBezTo>
                  <a:pt x="612" y="319"/>
                  <a:pt x="610" y="333"/>
                  <a:pt x="606" y="350"/>
                </a:cubicBezTo>
                <a:cubicBezTo>
                  <a:pt x="624" y="343"/>
                  <a:pt x="639" y="338"/>
                  <a:pt x="656" y="332"/>
                </a:cubicBezTo>
                <a:cubicBezTo>
                  <a:pt x="641" y="321"/>
                  <a:pt x="629" y="313"/>
                  <a:pt x="616" y="30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1"/>
          <p:cNvSpPr/>
          <p:nvPr/>
        </p:nvSpPr>
        <p:spPr>
          <a:xfrm>
            <a:off x="5534377" y="2894912"/>
            <a:ext cx="4159025" cy="2753726"/>
          </a:xfrm>
          <a:custGeom>
            <a:rect b="b" l="l" r="r" t="t"/>
            <a:pathLst>
              <a:path extrusionOk="0" h="967" w="1458">
                <a:moveTo>
                  <a:pt x="991" y="178"/>
                </a:moveTo>
                <a:cubicBezTo>
                  <a:pt x="991" y="178"/>
                  <a:pt x="876" y="322"/>
                  <a:pt x="438" y="443"/>
                </a:cubicBezTo>
                <a:cubicBezTo>
                  <a:pt x="0" y="564"/>
                  <a:pt x="248" y="944"/>
                  <a:pt x="501" y="910"/>
                </a:cubicBezTo>
                <a:cubicBezTo>
                  <a:pt x="755" y="875"/>
                  <a:pt x="1147" y="967"/>
                  <a:pt x="1302" y="789"/>
                </a:cubicBezTo>
                <a:cubicBezTo>
                  <a:pt x="1458" y="610"/>
                  <a:pt x="1417" y="103"/>
                  <a:pt x="1268" y="52"/>
                </a:cubicBezTo>
                <a:cubicBezTo>
                  <a:pt x="1118" y="0"/>
                  <a:pt x="991" y="178"/>
                  <a:pt x="991" y="17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hasCustomPrompt="1" idx="2" type="title"/>
          </p:nvPr>
        </p:nvSpPr>
        <p:spPr>
          <a:xfrm>
            <a:off x="720000" y="1557075"/>
            <a:ext cx="8769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7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/>
          <p:nvPr>
            <p:ph hasCustomPrompt="1" idx="3" type="title"/>
          </p:nvPr>
        </p:nvSpPr>
        <p:spPr>
          <a:xfrm>
            <a:off x="720000" y="2990496"/>
            <a:ext cx="8769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7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/>
          <p:nvPr>
            <p:ph hasCustomPrompt="1" idx="4" type="title"/>
          </p:nvPr>
        </p:nvSpPr>
        <p:spPr>
          <a:xfrm>
            <a:off x="3419275" y="1557075"/>
            <a:ext cx="8769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7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/>
          <p:nvPr>
            <p:ph hasCustomPrompt="1" idx="5" type="title"/>
          </p:nvPr>
        </p:nvSpPr>
        <p:spPr>
          <a:xfrm>
            <a:off x="3419275" y="2990496"/>
            <a:ext cx="8769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7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/>
          <p:nvPr>
            <p:ph hasCustomPrompt="1" idx="6" type="title"/>
          </p:nvPr>
        </p:nvSpPr>
        <p:spPr>
          <a:xfrm>
            <a:off x="6118550" y="1557075"/>
            <a:ext cx="8769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7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/>
          <p:nvPr>
            <p:ph hasCustomPrompt="1" idx="7" type="title"/>
          </p:nvPr>
        </p:nvSpPr>
        <p:spPr>
          <a:xfrm>
            <a:off x="6118550" y="2990496"/>
            <a:ext cx="8769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7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720000" y="2056575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8" name="Google Shape;68;p13"/>
          <p:cNvSpPr txBox="1"/>
          <p:nvPr>
            <p:ph idx="8" type="subTitle"/>
          </p:nvPr>
        </p:nvSpPr>
        <p:spPr>
          <a:xfrm>
            <a:off x="3419275" y="2056575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9" name="Google Shape;69;p13"/>
          <p:cNvSpPr txBox="1"/>
          <p:nvPr>
            <p:ph idx="9" type="subTitle"/>
          </p:nvPr>
        </p:nvSpPr>
        <p:spPr>
          <a:xfrm>
            <a:off x="6118550" y="2056575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idx="13" type="subTitle"/>
          </p:nvPr>
        </p:nvSpPr>
        <p:spPr>
          <a:xfrm>
            <a:off x="720000" y="3490050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4" type="subTitle"/>
          </p:nvPr>
        </p:nvSpPr>
        <p:spPr>
          <a:xfrm>
            <a:off x="3419275" y="3490050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5" type="subTitle"/>
          </p:nvPr>
        </p:nvSpPr>
        <p:spPr>
          <a:xfrm>
            <a:off x="6118550" y="3490050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3" name="Google Shape;73;p13"/>
          <p:cNvSpPr/>
          <p:nvPr/>
        </p:nvSpPr>
        <p:spPr>
          <a:xfrm flipH="1">
            <a:off x="7180928" y="-1819513"/>
            <a:ext cx="4159025" cy="2753726"/>
          </a:xfrm>
          <a:custGeom>
            <a:rect b="b" l="l" r="r" t="t"/>
            <a:pathLst>
              <a:path extrusionOk="0" h="967" w="1458">
                <a:moveTo>
                  <a:pt x="991" y="178"/>
                </a:moveTo>
                <a:cubicBezTo>
                  <a:pt x="991" y="178"/>
                  <a:pt x="876" y="322"/>
                  <a:pt x="438" y="443"/>
                </a:cubicBezTo>
                <a:cubicBezTo>
                  <a:pt x="0" y="564"/>
                  <a:pt x="248" y="944"/>
                  <a:pt x="501" y="910"/>
                </a:cubicBezTo>
                <a:cubicBezTo>
                  <a:pt x="755" y="875"/>
                  <a:pt x="1147" y="967"/>
                  <a:pt x="1302" y="789"/>
                </a:cubicBezTo>
                <a:cubicBezTo>
                  <a:pt x="1458" y="610"/>
                  <a:pt x="1417" y="103"/>
                  <a:pt x="1268" y="52"/>
                </a:cubicBezTo>
                <a:cubicBezTo>
                  <a:pt x="1118" y="0"/>
                  <a:pt x="991" y="178"/>
                  <a:pt x="991" y="17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3"/>
          <p:cNvSpPr/>
          <p:nvPr/>
        </p:nvSpPr>
        <p:spPr>
          <a:xfrm flipH="1" rot="4873156">
            <a:off x="-1295433" y="4173988"/>
            <a:ext cx="3295862" cy="1230496"/>
          </a:xfrm>
          <a:custGeom>
            <a:rect b="b" l="l" r="r" t="t"/>
            <a:pathLst>
              <a:path extrusionOk="0" h="1132" w="3027">
                <a:moveTo>
                  <a:pt x="0" y="965"/>
                </a:moveTo>
                <a:cubicBezTo>
                  <a:pt x="0" y="965"/>
                  <a:pt x="0" y="964"/>
                  <a:pt x="0" y="964"/>
                </a:cubicBezTo>
                <a:cubicBezTo>
                  <a:pt x="0" y="963"/>
                  <a:pt x="0" y="962"/>
                  <a:pt x="0" y="961"/>
                </a:cubicBezTo>
                <a:cubicBezTo>
                  <a:pt x="9" y="913"/>
                  <a:pt x="16" y="864"/>
                  <a:pt x="25" y="816"/>
                </a:cubicBezTo>
                <a:cubicBezTo>
                  <a:pt x="38" y="742"/>
                  <a:pt x="52" y="667"/>
                  <a:pt x="66" y="592"/>
                </a:cubicBezTo>
                <a:cubicBezTo>
                  <a:pt x="85" y="488"/>
                  <a:pt x="107" y="385"/>
                  <a:pt x="131" y="282"/>
                </a:cubicBezTo>
                <a:cubicBezTo>
                  <a:pt x="145" y="222"/>
                  <a:pt x="161" y="162"/>
                  <a:pt x="180" y="104"/>
                </a:cubicBezTo>
                <a:cubicBezTo>
                  <a:pt x="189" y="77"/>
                  <a:pt x="198" y="51"/>
                  <a:pt x="212" y="27"/>
                </a:cubicBezTo>
                <a:cubicBezTo>
                  <a:pt x="216" y="20"/>
                  <a:pt x="221" y="14"/>
                  <a:pt x="226" y="8"/>
                </a:cubicBezTo>
                <a:cubicBezTo>
                  <a:pt x="234" y="0"/>
                  <a:pt x="242" y="1"/>
                  <a:pt x="249" y="10"/>
                </a:cubicBezTo>
                <a:cubicBezTo>
                  <a:pt x="284" y="54"/>
                  <a:pt x="325" y="91"/>
                  <a:pt x="371" y="123"/>
                </a:cubicBezTo>
                <a:cubicBezTo>
                  <a:pt x="435" y="168"/>
                  <a:pt x="503" y="202"/>
                  <a:pt x="580" y="217"/>
                </a:cubicBezTo>
                <a:cubicBezTo>
                  <a:pt x="621" y="225"/>
                  <a:pt x="663" y="226"/>
                  <a:pt x="704" y="219"/>
                </a:cubicBezTo>
                <a:cubicBezTo>
                  <a:pt x="774" y="207"/>
                  <a:pt x="844" y="194"/>
                  <a:pt x="914" y="183"/>
                </a:cubicBezTo>
                <a:cubicBezTo>
                  <a:pt x="960" y="176"/>
                  <a:pt x="1006" y="170"/>
                  <a:pt x="1052" y="166"/>
                </a:cubicBezTo>
                <a:cubicBezTo>
                  <a:pt x="1093" y="162"/>
                  <a:pt x="1135" y="159"/>
                  <a:pt x="1176" y="158"/>
                </a:cubicBezTo>
                <a:cubicBezTo>
                  <a:pt x="1247" y="155"/>
                  <a:pt x="1318" y="158"/>
                  <a:pt x="1389" y="171"/>
                </a:cubicBezTo>
                <a:cubicBezTo>
                  <a:pt x="1443" y="181"/>
                  <a:pt x="1495" y="197"/>
                  <a:pt x="1544" y="222"/>
                </a:cubicBezTo>
                <a:cubicBezTo>
                  <a:pt x="1585" y="243"/>
                  <a:pt x="1622" y="269"/>
                  <a:pt x="1651" y="305"/>
                </a:cubicBezTo>
                <a:cubicBezTo>
                  <a:pt x="1668" y="326"/>
                  <a:pt x="1681" y="350"/>
                  <a:pt x="1685" y="377"/>
                </a:cubicBezTo>
                <a:cubicBezTo>
                  <a:pt x="1688" y="402"/>
                  <a:pt x="1681" y="423"/>
                  <a:pt x="1658" y="436"/>
                </a:cubicBezTo>
                <a:cubicBezTo>
                  <a:pt x="1653" y="439"/>
                  <a:pt x="1648" y="443"/>
                  <a:pt x="1643" y="447"/>
                </a:cubicBezTo>
                <a:cubicBezTo>
                  <a:pt x="1607" y="480"/>
                  <a:pt x="1587" y="521"/>
                  <a:pt x="1584" y="570"/>
                </a:cubicBezTo>
                <a:cubicBezTo>
                  <a:pt x="1583" y="595"/>
                  <a:pt x="1589" y="619"/>
                  <a:pt x="1605" y="639"/>
                </a:cubicBezTo>
                <a:cubicBezTo>
                  <a:pt x="1630" y="669"/>
                  <a:pt x="1663" y="682"/>
                  <a:pt x="1701" y="686"/>
                </a:cubicBezTo>
                <a:cubicBezTo>
                  <a:pt x="1732" y="688"/>
                  <a:pt x="1763" y="683"/>
                  <a:pt x="1793" y="675"/>
                </a:cubicBezTo>
                <a:cubicBezTo>
                  <a:pt x="1837" y="665"/>
                  <a:pt x="1880" y="650"/>
                  <a:pt x="1923" y="636"/>
                </a:cubicBezTo>
                <a:cubicBezTo>
                  <a:pt x="1984" y="616"/>
                  <a:pt x="2046" y="595"/>
                  <a:pt x="2111" y="583"/>
                </a:cubicBezTo>
                <a:cubicBezTo>
                  <a:pt x="2161" y="574"/>
                  <a:pt x="2212" y="571"/>
                  <a:pt x="2263" y="578"/>
                </a:cubicBezTo>
                <a:cubicBezTo>
                  <a:pt x="2313" y="585"/>
                  <a:pt x="2359" y="601"/>
                  <a:pt x="2403" y="627"/>
                </a:cubicBezTo>
                <a:cubicBezTo>
                  <a:pt x="2456" y="660"/>
                  <a:pt x="2498" y="704"/>
                  <a:pt x="2533" y="756"/>
                </a:cubicBezTo>
                <a:cubicBezTo>
                  <a:pt x="2562" y="799"/>
                  <a:pt x="2584" y="846"/>
                  <a:pt x="2604" y="894"/>
                </a:cubicBezTo>
                <a:cubicBezTo>
                  <a:pt x="2610" y="908"/>
                  <a:pt x="2616" y="921"/>
                  <a:pt x="2625" y="933"/>
                </a:cubicBezTo>
                <a:cubicBezTo>
                  <a:pt x="2646" y="961"/>
                  <a:pt x="2672" y="983"/>
                  <a:pt x="2701" y="1003"/>
                </a:cubicBezTo>
                <a:cubicBezTo>
                  <a:pt x="2787" y="1063"/>
                  <a:pt x="2883" y="1101"/>
                  <a:pt x="2985" y="1123"/>
                </a:cubicBezTo>
                <a:cubicBezTo>
                  <a:pt x="2999" y="1127"/>
                  <a:pt x="3013" y="1129"/>
                  <a:pt x="3027" y="1132"/>
                </a:cubicBezTo>
                <a:cubicBezTo>
                  <a:pt x="3023" y="1132"/>
                  <a:pt x="3018" y="1132"/>
                  <a:pt x="3014" y="1132"/>
                </a:cubicBezTo>
                <a:cubicBezTo>
                  <a:pt x="2981" y="1130"/>
                  <a:pt x="2949" y="1128"/>
                  <a:pt x="2916" y="1126"/>
                </a:cubicBezTo>
                <a:cubicBezTo>
                  <a:pt x="2885" y="1124"/>
                  <a:pt x="2854" y="1123"/>
                  <a:pt x="2823" y="1121"/>
                </a:cubicBezTo>
                <a:cubicBezTo>
                  <a:pt x="2790" y="1119"/>
                  <a:pt x="2758" y="1117"/>
                  <a:pt x="2726" y="1116"/>
                </a:cubicBezTo>
                <a:cubicBezTo>
                  <a:pt x="2700" y="1114"/>
                  <a:pt x="2675" y="1113"/>
                  <a:pt x="2649" y="1112"/>
                </a:cubicBezTo>
                <a:cubicBezTo>
                  <a:pt x="2617" y="1110"/>
                  <a:pt x="2584" y="1108"/>
                  <a:pt x="2551" y="1106"/>
                </a:cubicBezTo>
                <a:cubicBezTo>
                  <a:pt x="2520" y="1104"/>
                  <a:pt x="2489" y="1103"/>
                  <a:pt x="2458" y="1101"/>
                </a:cubicBezTo>
                <a:cubicBezTo>
                  <a:pt x="2426" y="1099"/>
                  <a:pt x="2393" y="1097"/>
                  <a:pt x="2360" y="1096"/>
                </a:cubicBezTo>
                <a:cubicBezTo>
                  <a:pt x="2329" y="1094"/>
                  <a:pt x="2298" y="1092"/>
                  <a:pt x="2267" y="1090"/>
                </a:cubicBezTo>
                <a:cubicBezTo>
                  <a:pt x="2234" y="1089"/>
                  <a:pt x="2202" y="1087"/>
                  <a:pt x="2169" y="1085"/>
                </a:cubicBezTo>
                <a:cubicBezTo>
                  <a:pt x="2144" y="1084"/>
                  <a:pt x="2119" y="1082"/>
                  <a:pt x="2093" y="1081"/>
                </a:cubicBezTo>
                <a:cubicBezTo>
                  <a:pt x="2061" y="1079"/>
                  <a:pt x="2029" y="1077"/>
                  <a:pt x="1997" y="1075"/>
                </a:cubicBezTo>
                <a:cubicBezTo>
                  <a:pt x="1965" y="1074"/>
                  <a:pt x="1934" y="1072"/>
                  <a:pt x="1902" y="1070"/>
                </a:cubicBezTo>
                <a:cubicBezTo>
                  <a:pt x="1870" y="1068"/>
                  <a:pt x="1837" y="1067"/>
                  <a:pt x="1804" y="1065"/>
                </a:cubicBezTo>
                <a:cubicBezTo>
                  <a:pt x="1773" y="1063"/>
                  <a:pt x="1742" y="1061"/>
                  <a:pt x="1711" y="1060"/>
                </a:cubicBezTo>
                <a:cubicBezTo>
                  <a:pt x="1679" y="1058"/>
                  <a:pt x="1646" y="1056"/>
                  <a:pt x="1613" y="1054"/>
                </a:cubicBezTo>
                <a:cubicBezTo>
                  <a:pt x="1582" y="1052"/>
                  <a:pt x="1551" y="1051"/>
                  <a:pt x="1520" y="1049"/>
                </a:cubicBezTo>
                <a:cubicBezTo>
                  <a:pt x="1488" y="1047"/>
                  <a:pt x="1455" y="1045"/>
                  <a:pt x="1422" y="1044"/>
                </a:cubicBezTo>
                <a:cubicBezTo>
                  <a:pt x="1397" y="1042"/>
                  <a:pt x="1372" y="1041"/>
                  <a:pt x="1346" y="1039"/>
                </a:cubicBezTo>
                <a:cubicBezTo>
                  <a:pt x="1314" y="1038"/>
                  <a:pt x="1282" y="1036"/>
                  <a:pt x="1249" y="1034"/>
                </a:cubicBezTo>
                <a:cubicBezTo>
                  <a:pt x="1224" y="1033"/>
                  <a:pt x="1198" y="1031"/>
                  <a:pt x="1173" y="1030"/>
                </a:cubicBezTo>
                <a:cubicBezTo>
                  <a:pt x="1140" y="1028"/>
                  <a:pt x="1107" y="1026"/>
                  <a:pt x="1075" y="1024"/>
                </a:cubicBezTo>
                <a:cubicBezTo>
                  <a:pt x="1049" y="1023"/>
                  <a:pt x="1024" y="1022"/>
                  <a:pt x="999" y="1020"/>
                </a:cubicBezTo>
                <a:cubicBezTo>
                  <a:pt x="966" y="1018"/>
                  <a:pt x="934" y="1017"/>
                  <a:pt x="902" y="1015"/>
                </a:cubicBezTo>
                <a:cubicBezTo>
                  <a:pt x="876" y="1013"/>
                  <a:pt x="851" y="1012"/>
                  <a:pt x="825" y="1011"/>
                </a:cubicBezTo>
                <a:cubicBezTo>
                  <a:pt x="793" y="1009"/>
                  <a:pt x="760" y="1007"/>
                  <a:pt x="727" y="1005"/>
                </a:cubicBezTo>
                <a:cubicBezTo>
                  <a:pt x="702" y="1004"/>
                  <a:pt x="677" y="1002"/>
                  <a:pt x="652" y="1001"/>
                </a:cubicBezTo>
                <a:cubicBezTo>
                  <a:pt x="619" y="999"/>
                  <a:pt x="587" y="997"/>
                  <a:pt x="554" y="996"/>
                </a:cubicBezTo>
                <a:cubicBezTo>
                  <a:pt x="529" y="994"/>
                  <a:pt x="503" y="993"/>
                  <a:pt x="478" y="991"/>
                </a:cubicBezTo>
                <a:cubicBezTo>
                  <a:pt x="445" y="990"/>
                  <a:pt x="413" y="988"/>
                  <a:pt x="381" y="986"/>
                </a:cubicBezTo>
                <a:cubicBezTo>
                  <a:pt x="355" y="985"/>
                  <a:pt x="330" y="983"/>
                  <a:pt x="304" y="982"/>
                </a:cubicBezTo>
                <a:cubicBezTo>
                  <a:pt x="272" y="980"/>
                  <a:pt x="240" y="978"/>
                  <a:pt x="208" y="976"/>
                </a:cubicBezTo>
                <a:cubicBezTo>
                  <a:pt x="176" y="975"/>
                  <a:pt x="145" y="973"/>
                  <a:pt x="114" y="971"/>
                </a:cubicBezTo>
                <a:cubicBezTo>
                  <a:pt x="76" y="969"/>
                  <a:pt x="38" y="967"/>
                  <a:pt x="0" y="96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3"/>
          <p:cNvSpPr/>
          <p:nvPr/>
        </p:nvSpPr>
        <p:spPr>
          <a:xfrm rot="-7885373">
            <a:off x="4540875" y="136433"/>
            <a:ext cx="6762654" cy="1013931"/>
          </a:xfrm>
          <a:custGeom>
            <a:rect b="b" l="l" r="r" t="t"/>
            <a:pathLst>
              <a:path extrusionOk="0" h="967" w="6438">
                <a:moveTo>
                  <a:pt x="2054" y="967"/>
                </a:moveTo>
                <a:cubicBezTo>
                  <a:pt x="2006" y="967"/>
                  <a:pt x="1969" y="958"/>
                  <a:pt x="1950" y="934"/>
                </a:cubicBezTo>
                <a:cubicBezTo>
                  <a:pt x="1928" y="905"/>
                  <a:pt x="1936" y="861"/>
                  <a:pt x="1973" y="804"/>
                </a:cubicBezTo>
                <a:cubicBezTo>
                  <a:pt x="1997" y="768"/>
                  <a:pt x="2050" y="718"/>
                  <a:pt x="2110" y="661"/>
                </a:cubicBezTo>
                <a:cubicBezTo>
                  <a:pt x="2248" y="531"/>
                  <a:pt x="2436" y="354"/>
                  <a:pt x="2392" y="225"/>
                </a:cubicBezTo>
                <a:cubicBezTo>
                  <a:pt x="2358" y="130"/>
                  <a:pt x="2197" y="69"/>
                  <a:pt x="1913" y="45"/>
                </a:cubicBezTo>
                <a:cubicBezTo>
                  <a:pt x="1393" y="0"/>
                  <a:pt x="906" y="113"/>
                  <a:pt x="589" y="215"/>
                </a:cubicBezTo>
                <a:cubicBezTo>
                  <a:pt x="245" y="325"/>
                  <a:pt x="22" y="448"/>
                  <a:pt x="19" y="449"/>
                </a:cubicBezTo>
                <a:cubicBezTo>
                  <a:pt x="14" y="453"/>
                  <a:pt x="6" y="450"/>
                  <a:pt x="3" y="445"/>
                </a:cubicBezTo>
                <a:cubicBezTo>
                  <a:pt x="0" y="439"/>
                  <a:pt x="2" y="432"/>
                  <a:pt x="8" y="428"/>
                </a:cubicBezTo>
                <a:cubicBezTo>
                  <a:pt x="10" y="427"/>
                  <a:pt x="235" y="303"/>
                  <a:pt x="581" y="192"/>
                </a:cubicBezTo>
                <a:cubicBezTo>
                  <a:pt x="784" y="127"/>
                  <a:pt x="989" y="78"/>
                  <a:pt x="1189" y="48"/>
                </a:cubicBezTo>
                <a:cubicBezTo>
                  <a:pt x="1440" y="10"/>
                  <a:pt x="1684" y="1"/>
                  <a:pt x="1915" y="21"/>
                </a:cubicBezTo>
                <a:cubicBezTo>
                  <a:pt x="2214" y="46"/>
                  <a:pt x="2377" y="111"/>
                  <a:pt x="2414" y="218"/>
                </a:cubicBezTo>
                <a:cubicBezTo>
                  <a:pt x="2464" y="360"/>
                  <a:pt x="2277" y="537"/>
                  <a:pt x="2127" y="678"/>
                </a:cubicBezTo>
                <a:cubicBezTo>
                  <a:pt x="2067" y="735"/>
                  <a:pt x="2016" y="783"/>
                  <a:pt x="1994" y="817"/>
                </a:cubicBezTo>
                <a:cubicBezTo>
                  <a:pt x="1972" y="850"/>
                  <a:pt x="1951" y="894"/>
                  <a:pt x="1969" y="919"/>
                </a:cubicBezTo>
                <a:cubicBezTo>
                  <a:pt x="2003" y="963"/>
                  <a:pt x="2152" y="947"/>
                  <a:pt x="2369" y="877"/>
                </a:cubicBezTo>
                <a:cubicBezTo>
                  <a:pt x="2383" y="872"/>
                  <a:pt x="2397" y="867"/>
                  <a:pt x="2413" y="862"/>
                </a:cubicBezTo>
                <a:cubicBezTo>
                  <a:pt x="2579" y="808"/>
                  <a:pt x="2858" y="716"/>
                  <a:pt x="3210" y="665"/>
                </a:cubicBezTo>
                <a:cubicBezTo>
                  <a:pt x="3634" y="603"/>
                  <a:pt x="4062" y="613"/>
                  <a:pt x="4483" y="695"/>
                </a:cubicBezTo>
                <a:cubicBezTo>
                  <a:pt x="5426" y="879"/>
                  <a:pt x="6132" y="889"/>
                  <a:pt x="6418" y="722"/>
                </a:cubicBezTo>
                <a:cubicBezTo>
                  <a:pt x="6424" y="719"/>
                  <a:pt x="6432" y="721"/>
                  <a:pt x="6435" y="727"/>
                </a:cubicBezTo>
                <a:cubicBezTo>
                  <a:pt x="6438" y="732"/>
                  <a:pt x="6436" y="740"/>
                  <a:pt x="6431" y="743"/>
                </a:cubicBezTo>
                <a:cubicBezTo>
                  <a:pt x="6292" y="824"/>
                  <a:pt x="6062" y="865"/>
                  <a:pt x="5747" y="865"/>
                </a:cubicBezTo>
                <a:cubicBezTo>
                  <a:pt x="5743" y="865"/>
                  <a:pt x="5738" y="864"/>
                  <a:pt x="5734" y="864"/>
                </a:cubicBezTo>
                <a:cubicBezTo>
                  <a:pt x="5392" y="863"/>
                  <a:pt x="4969" y="814"/>
                  <a:pt x="4478" y="718"/>
                </a:cubicBezTo>
                <a:cubicBezTo>
                  <a:pt x="3506" y="529"/>
                  <a:pt x="2773" y="769"/>
                  <a:pt x="2421" y="885"/>
                </a:cubicBezTo>
                <a:cubicBezTo>
                  <a:pt x="2405" y="890"/>
                  <a:pt x="2390" y="895"/>
                  <a:pt x="2376" y="900"/>
                </a:cubicBezTo>
                <a:cubicBezTo>
                  <a:pt x="2269" y="934"/>
                  <a:pt x="2144" y="967"/>
                  <a:pt x="2054" y="96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3"/>
          <p:cNvSpPr/>
          <p:nvPr/>
        </p:nvSpPr>
        <p:spPr>
          <a:xfrm flipH="1">
            <a:off x="8226685" y="3731114"/>
            <a:ext cx="1290149" cy="1077524"/>
          </a:xfrm>
          <a:custGeom>
            <a:rect b="b" l="l" r="r" t="t"/>
            <a:pathLst>
              <a:path extrusionOk="0" h="1853" w="2215">
                <a:moveTo>
                  <a:pt x="0" y="694"/>
                </a:moveTo>
                <a:cubicBezTo>
                  <a:pt x="7" y="667"/>
                  <a:pt x="17" y="641"/>
                  <a:pt x="36" y="620"/>
                </a:cubicBezTo>
                <a:cubicBezTo>
                  <a:pt x="42" y="614"/>
                  <a:pt x="47" y="608"/>
                  <a:pt x="53" y="603"/>
                </a:cubicBezTo>
                <a:cubicBezTo>
                  <a:pt x="75" y="587"/>
                  <a:pt x="96" y="570"/>
                  <a:pt x="119" y="556"/>
                </a:cubicBezTo>
                <a:cubicBezTo>
                  <a:pt x="170" y="524"/>
                  <a:pt x="221" y="530"/>
                  <a:pt x="271" y="561"/>
                </a:cubicBezTo>
                <a:cubicBezTo>
                  <a:pt x="274" y="563"/>
                  <a:pt x="277" y="565"/>
                  <a:pt x="280" y="567"/>
                </a:cubicBezTo>
                <a:cubicBezTo>
                  <a:pt x="402" y="434"/>
                  <a:pt x="543" y="325"/>
                  <a:pt x="690" y="223"/>
                </a:cubicBezTo>
                <a:cubicBezTo>
                  <a:pt x="676" y="171"/>
                  <a:pt x="692" y="125"/>
                  <a:pt x="720" y="83"/>
                </a:cubicBezTo>
                <a:cubicBezTo>
                  <a:pt x="749" y="41"/>
                  <a:pt x="789" y="13"/>
                  <a:pt x="839" y="2"/>
                </a:cubicBezTo>
                <a:cubicBezTo>
                  <a:pt x="840" y="2"/>
                  <a:pt x="841" y="1"/>
                  <a:pt x="842" y="0"/>
                </a:cubicBezTo>
                <a:cubicBezTo>
                  <a:pt x="852" y="0"/>
                  <a:pt x="862" y="0"/>
                  <a:pt x="872" y="0"/>
                </a:cubicBezTo>
                <a:cubicBezTo>
                  <a:pt x="960" y="19"/>
                  <a:pt x="994" y="150"/>
                  <a:pt x="965" y="213"/>
                </a:cubicBezTo>
                <a:cubicBezTo>
                  <a:pt x="956" y="233"/>
                  <a:pt x="942" y="251"/>
                  <a:pt x="929" y="272"/>
                </a:cubicBezTo>
                <a:cubicBezTo>
                  <a:pt x="1024" y="425"/>
                  <a:pt x="1126" y="579"/>
                  <a:pt x="1236" y="729"/>
                </a:cubicBezTo>
                <a:cubicBezTo>
                  <a:pt x="1239" y="726"/>
                  <a:pt x="1242" y="722"/>
                  <a:pt x="1246" y="720"/>
                </a:cubicBezTo>
                <a:cubicBezTo>
                  <a:pt x="1295" y="683"/>
                  <a:pt x="1351" y="672"/>
                  <a:pt x="1409" y="691"/>
                </a:cubicBezTo>
                <a:cubicBezTo>
                  <a:pt x="1459" y="708"/>
                  <a:pt x="1482" y="749"/>
                  <a:pt x="1488" y="799"/>
                </a:cubicBezTo>
                <a:cubicBezTo>
                  <a:pt x="1493" y="837"/>
                  <a:pt x="1484" y="872"/>
                  <a:pt x="1469" y="906"/>
                </a:cubicBezTo>
                <a:cubicBezTo>
                  <a:pt x="1467" y="910"/>
                  <a:pt x="1466" y="914"/>
                  <a:pt x="1464" y="918"/>
                </a:cubicBezTo>
                <a:cubicBezTo>
                  <a:pt x="1504" y="938"/>
                  <a:pt x="1545" y="957"/>
                  <a:pt x="1584" y="977"/>
                </a:cubicBezTo>
                <a:cubicBezTo>
                  <a:pt x="1721" y="1047"/>
                  <a:pt x="1853" y="1124"/>
                  <a:pt x="1983" y="1207"/>
                </a:cubicBezTo>
                <a:cubicBezTo>
                  <a:pt x="1997" y="1216"/>
                  <a:pt x="2012" y="1216"/>
                  <a:pt x="2028" y="1208"/>
                </a:cubicBezTo>
                <a:cubicBezTo>
                  <a:pt x="2045" y="1200"/>
                  <a:pt x="2062" y="1192"/>
                  <a:pt x="2080" y="1185"/>
                </a:cubicBezTo>
                <a:cubicBezTo>
                  <a:pt x="2104" y="1177"/>
                  <a:pt x="2128" y="1180"/>
                  <a:pt x="2148" y="1195"/>
                </a:cubicBezTo>
                <a:cubicBezTo>
                  <a:pt x="2162" y="1205"/>
                  <a:pt x="2174" y="1216"/>
                  <a:pt x="2186" y="1228"/>
                </a:cubicBezTo>
                <a:cubicBezTo>
                  <a:pt x="2210" y="1249"/>
                  <a:pt x="2215" y="1277"/>
                  <a:pt x="2207" y="1307"/>
                </a:cubicBezTo>
                <a:cubicBezTo>
                  <a:pt x="2196" y="1346"/>
                  <a:pt x="2175" y="1380"/>
                  <a:pt x="2143" y="1406"/>
                </a:cubicBezTo>
                <a:cubicBezTo>
                  <a:pt x="2104" y="1437"/>
                  <a:pt x="2061" y="1438"/>
                  <a:pt x="2018" y="1416"/>
                </a:cubicBezTo>
                <a:cubicBezTo>
                  <a:pt x="1956" y="1384"/>
                  <a:pt x="1929" y="1314"/>
                  <a:pt x="1951" y="1249"/>
                </a:cubicBezTo>
                <a:cubicBezTo>
                  <a:pt x="1952" y="1248"/>
                  <a:pt x="1952" y="1247"/>
                  <a:pt x="1952" y="1246"/>
                </a:cubicBezTo>
                <a:cubicBezTo>
                  <a:pt x="1782" y="1149"/>
                  <a:pt x="1612" y="1052"/>
                  <a:pt x="1441" y="954"/>
                </a:cubicBezTo>
                <a:cubicBezTo>
                  <a:pt x="1422" y="982"/>
                  <a:pt x="1395" y="1002"/>
                  <a:pt x="1361" y="1012"/>
                </a:cubicBezTo>
                <a:cubicBezTo>
                  <a:pt x="1368" y="1023"/>
                  <a:pt x="1368" y="1033"/>
                  <a:pt x="1359" y="1044"/>
                </a:cubicBezTo>
                <a:cubicBezTo>
                  <a:pt x="1356" y="1048"/>
                  <a:pt x="1357" y="1057"/>
                  <a:pt x="1357" y="1064"/>
                </a:cubicBezTo>
                <a:cubicBezTo>
                  <a:pt x="1353" y="1141"/>
                  <a:pt x="1342" y="1218"/>
                  <a:pt x="1322" y="1293"/>
                </a:cubicBezTo>
                <a:cubicBezTo>
                  <a:pt x="1307" y="1348"/>
                  <a:pt x="1288" y="1403"/>
                  <a:pt x="1272" y="1457"/>
                </a:cubicBezTo>
                <a:cubicBezTo>
                  <a:pt x="1267" y="1474"/>
                  <a:pt x="1263" y="1491"/>
                  <a:pt x="1258" y="1509"/>
                </a:cubicBezTo>
                <a:cubicBezTo>
                  <a:pt x="1264" y="1509"/>
                  <a:pt x="1268" y="1508"/>
                  <a:pt x="1272" y="1508"/>
                </a:cubicBezTo>
                <a:cubicBezTo>
                  <a:pt x="1310" y="1504"/>
                  <a:pt x="1346" y="1511"/>
                  <a:pt x="1374" y="1539"/>
                </a:cubicBezTo>
                <a:cubicBezTo>
                  <a:pt x="1395" y="1559"/>
                  <a:pt x="1402" y="1585"/>
                  <a:pt x="1404" y="1613"/>
                </a:cubicBezTo>
                <a:cubicBezTo>
                  <a:pt x="1407" y="1660"/>
                  <a:pt x="1403" y="1708"/>
                  <a:pt x="1392" y="1754"/>
                </a:cubicBezTo>
                <a:cubicBezTo>
                  <a:pt x="1378" y="1806"/>
                  <a:pt x="1347" y="1841"/>
                  <a:pt x="1292" y="1851"/>
                </a:cubicBezTo>
                <a:cubicBezTo>
                  <a:pt x="1292" y="1852"/>
                  <a:pt x="1291" y="1852"/>
                  <a:pt x="1291" y="1853"/>
                </a:cubicBezTo>
                <a:cubicBezTo>
                  <a:pt x="1281" y="1853"/>
                  <a:pt x="1271" y="1853"/>
                  <a:pt x="1261" y="1853"/>
                </a:cubicBezTo>
                <a:cubicBezTo>
                  <a:pt x="1221" y="1844"/>
                  <a:pt x="1187" y="1824"/>
                  <a:pt x="1161" y="1792"/>
                </a:cubicBezTo>
                <a:cubicBezTo>
                  <a:pt x="1116" y="1737"/>
                  <a:pt x="1104" y="1676"/>
                  <a:pt x="1129" y="1608"/>
                </a:cubicBezTo>
                <a:cubicBezTo>
                  <a:pt x="1139" y="1581"/>
                  <a:pt x="1158" y="1561"/>
                  <a:pt x="1183" y="1547"/>
                </a:cubicBezTo>
                <a:cubicBezTo>
                  <a:pt x="1198" y="1538"/>
                  <a:pt x="1209" y="1528"/>
                  <a:pt x="1213" y="1508"/>
                </a:cubicBezTo>
                <a:cubicBezTo>
                  <a:pt x="1227" y="1452"/>
                  <a:pt x="1245" y="1397"/>
                  <a:pt x="1262" y="1342"/>
                </a:cubicBezTo>
                <a:cubicBezTo>
                  <a:pt x="1284" y="1271"/>
                  <a:pt x="1298" y="1199"/>
                  <a:pt x="1307" y="1125"/>
                </a:cubicBezTo>
                <a:cubicBezTo>
                  <a:pt x="1311" y="1093"/>
                  <a:pt x="1314" y="1061"/>
                  <a:pt x="1317" y="1029"/>
                </a:cubicBezTo>
                <a:cubicBezTo>
                  <a:pt x="1318" y="1026"/>
                  <a:pt x="1318" y="1023"/>
                  <a:pt x="1318" y="1019"/>
                </a:cubicBezTo>
                <a:cubicBezTo>
                  <a:pt x="1246" y="1015"/>
                  <a:pt x="1185" y="993"/>
                  <a:pt x="1162" y="918"/>
                </a:cubicBezTo>
                <a:cubicBezTo>
                  <a:pt x="1145" y="860"/>
                  <a:pt x="1153" y="804"/>
                  <a:pt x="1201" y="759"/>
                </a:cubicBezTo>
                <a:cubicBezTo>
                  <a:pt x="1087" y="612"/>
                  <a:pt x="983" y="457"/>
                  <a:pt x="893" y="293"/>
                </a:cubicBezTo>
                <a:cubicBezTo>
                  <a:pt x="861" y="308"/>
                  <a:pt x="829" y="317"/>
                  <a:pt x="795" y="313"/>
                </a:cubicBezTo>
                <a:cubicBezTo>
                  <a:pt x="760" y="308"/>
                  <a:pt x="733" y="290"/>
                  <a:pt x="710" y="262"/>
                </a:cubicBezTo>
                <a:cubicBezTo>
                  <a:pt x="577" y="374"/>
                  <a:pt x="434" y="473"/>
                  <a:pt x="313" y="597"/>
                </a:cubicBezTo>
                <a:cubicBezTo>
                  <a:pt x="321" y="612"/>
                  <a:pt x="331" y="626"/>
                  <a:pt x="338" y="642"/>
                </a:cubicBezTo>
                <a:cubicBezTo>
                  <a:pt x="375" y="722"/>
                  <a:pt x="350" y="799"/>
                  <a:pt x="271" y="841"/>
                </a:cubicBezTo>
                <a:cubicBezTo>
                  <a:pt x="186" y="887"/>
                  <a:pt x="82" y="866"/>
                  <a:pt x="28" y="791"/>
                </a:cubicBezTo>
                <a:cubicBezTo>
                  <a:pt x="13" y="772"/>
                  <a:pt x="6" y="750"/>
                  <a:pt x="0" y="726"/>
                </a:cubicBezTo>
                <a:cubicBezTo>
                  <a:pt x="0" y="716"/>
                  <a:pt x="0" y="705"/>
                  <a:pt x="0" y="694"/>
                </a:cubicBezTo>
                <a:close/>
                <a:moveTo>
                  <a:pt x="46" y="713"/>
                </a:moveTo>
                <a:cubicBezTo>
                  <a:pt x="48" y="737"/>
                  <a:pt x="56" y="756"/>
                  <a:pt x="71" y="773"/>
                </a:cubicBezTo>
                <a:cubicBezTo>
                  <a:pt x="121" y="829"/>
                  <a:pt x="208" y="835"/>
                  <a:pt x="268" y="788"/>
                </a:cubicBezTo>
                <a:cubicBezTo>
                  <a:pt x="288" y="772"/>
                  <a:pt x="302" y="753"/>
                  <a:pt x="306" y="727"/>
                </a:cubicBezTo>
                <a:cubicBezTo>
                  <a:pt x="311" y="686"/>
                  <a:pt x="295" y="652"/>
                  <a:pt x="268" y="622"/>
                </a:cubicBezTo>
                <a:cubicBezTo>
                  <a:pt x="229" y="580"/>
                  <a:pt x="154" y="558"/>
                  <a:pt x="104" y="634"/>
                </a:cubicBezTo>
                <a:cubicBezTo>
                  <a:pt x="91" y="654"/>
                  <a:pt x="80" y="676"/>
                  <a:pt x="69" y="697"/>
                </a:cubicBezTo>
                <a:cubicBezTo>
                  <a:pt x="64" y="706"/>
                  <a:pt x="58" y="713"/>
                  <a:pt x="46" y="713"/>
                </a:cubicBezTo>
                <a:close/>
                <a:moveTo>
                  <a:pt x="1352" y="735"/>
                </a:moveTo>
                <a:cubicBezTo>
                  <a:pt x="1318" y="737"/>
                  <a:pt x="1280" y="747"/>
                  <a:pt x="1254" y="784"/>
                </a:cubicBezTo>
                <a:cubicBezTo>
                  <a:pt x="1252" y="787"/>
                  <a:pt x="1247" y="792"/>
                  <a:pt x="1243" y="792"/>
                </a:cubicBezTo>
                <a:cubicBezTo>
                  <a:pt x="1228" y="791"/>
                  <a:pt x="1222" y="802"/>
                  <a:pt x="1216" y="811"/>
                </a:cubicBezTo>
                <a:cubicBezTo>
                  <a:pt x="1181" y="866"/>
                  <a:pt x="1204" y="937"/>
                  <a:pt x="1265" y="959"/>
                </a:cubicBezTo>
                <a:cubicBezTo>
                  <a:pt x="1304" y="975"/>
                  <a:pt x="1344" y="978"/>
                  <a:pt x="1379" y="949"/>
                </a:cubicBezTo>
                <a:cubicBezTo>
                  <a:pt x="1421" y="914"/>
                  <a:pt x="1441" y="868"/>
                  <a:pt x="1441" y="815"/>
                </a:cubicBezTo>
                <a:cubicBezTo>
                  <a:pt x="1441" y="763"/>
                  <a:pt x="1411" y="734"/>
                  <a:pt x="1352" y="735"/>
                </a:cubicBezTo>
                <a:close/>
                <a:moveTo>
                  <a:pt x="1174" y="1611"/>
                </a:moveTo>
                <a:cubicBezTo>
                  <a:pt x="1172" y="1617"/>
                  <a:pt x="1169" y="1622"/>
                  <a:pt x="1167" y="1628"/>
                </a:cubicBezTo>
                <a:cubicBezTo>
                  <a:pt x="1160" y="1650"/>
                  <a:pt x="1162" y="1673"/>
                  <a:pt x="1168" y="1695"/>
                </a:cubicBezTo>
                <a:cubicBezTo>
                  <a:pt x="1178" y="1734"/>
                  <a:pt x="1196" y="1768"/>
                  <a:pt x="1230" y="1791"/>
                </a:cubicBezTo>
                <a:cubicBezTo>
                  <a:pt x="1259" y="1811"/>
                  <a:pt x="1290" y="1808"/>
                  <a:pt x="1317" y="1785"/>
                </a:cubicBezTo>
                <a:cubicBezTo>
                  <a:pt x="1331" y="1772"/>
                  <a:pt x="1340" y="1756"/>
                  <a:pt x="1345" y="1738"/>
                </a:cubicBezTo>
                <a:cubicBezTo>
                  <a:pt x="1357" y="1697"/>
                  <a:pt x="1357" y="1656"/>
                  <a:pt x="1350" y="1615"/>
                </a:cubicBezTo>
                <a:cubicBezTo>
                  <a:pt x="1344" y="1582"/>
                  <a:pt x="1328" y="1566"/>
                  <a:pt x="1294" y="1560"/>
                </a:cubicBezTo>
                <a:cubicBezTo>
                  <a:pt x="1287" y="1559"/>
                  <a:pt x="1279" y="1559"/>
                  <a:pt x="1272" y="1559"/>
                </a:cubicBezTo>
                <a:cubicBezTo>
                  <a:pt x="1265" y="1559"/>
                  <a:pt x="1260" y="1561"/>
                  <a:pt x="1256" y="1567"/>
                </a:cubicBezTo>
                <a:cubicBezTo>
                  <a:pt x="1252" y="1572"/>
                  <a:pt x="1244" y="1576"/>
                  <a:pt x="1238" y="1576"/>
                </a:cubicBezTo>
                <a:cubicBezTo>
                  <a:pt x="1224" y="1576"/>
                  <a:pt x="1217" y="1585"/>
                  <a:pt x="1211" y="1596"/>
                </a:cubicBezTo>
                <a:cubicBezTo>
                  <a:pt x="1200" y="1614"/>
                  <a:pt x="1197" y="1616"/>
                  <a:pt x="1174" y="1611"/>
                </a:cubicBezTo>
                <a:close/>
                <a:moveTo>
                  <a:pt x="732" y="202"/>
                </a:moveTo>
                <a:cubicBezTo>
                  <a:pt x="741" y="248"/>
                  <a:pt x="791" y="276"/>
                  <a:pt x="840" y="263"/>
                </a:cubicBezTo>
                <a:cubicBezTo>
                  <a:pt x="923" y="240"/>
                  <a:pt x="954" y="135"/>
                  <a:pt x="896" y="70"/>
                </a:cubicBezTo>
                <a:cubicBezTo>
                  <a:pt x="878" y="51"/>
                  <a:pt x="857" y="45"/>
                  <a:pt x="832" y="55"/>
                </a:cubicBezTo>
                <a:cubicBezTo>
                  <a:pt x="798" y="68"/>
                  <a:pt x="772" y="91"/>
                  <a:pt x="755" y="123"/>
                </a:cubicBezTo>
                <a:cubicBezTo>
                  <a:pt x="747" y="137"/>
                  <a:pt x="744" y="151"/>
                  <a:pt x="750" y="167"/>
                </a:cubicBezTo>
                <a:cubicBezTo>
                  <a:pt x="756" y="186"/>
                  <a:pt x="752" y="195"/>
                  <a:pt x="732" y="202"/>
                </a:cubicBezTo>
                <a:close/>
                <a:moveTo>
                  <a:pt x="1987" y="1294"/>
                </a:moveTo>
                <a:cubicBezTo>
                  <a:pt x="1991" y="1322"/>
                  <a:pt x="2002" y="1348"/>
                  <a:pt x="2027" y="1366"/>
                </a:cubicBezTo>
                <a:cubicBezTo>
                  <a:pt x="2060" y="1391"/>
                  <a:pt x="2097" y="1387"/>
                  <a:pt x="2124" y="1356"/>
                </a:cubicBezTo>
                <a:cubicBezTo>
                  <a:pt x="2140" y="1340"/>
                  <a:pt x="2150" y="1320"/>
                  <a:pt x="2155" y="1298"/>
                </a:cubicBezTo>
                <a:cubicBezTo>
                  <a:pt x="2162" y="1263"/>
                  <a:pt x="2134" y="1234"/>
                  <a:pt x="2099" y="1239"/>
                </a:cubicBezTo>
                <a:cubicBezTo>
                  <a:pt x="2074" y="1243"/>
                  <a:pt x="2052" y="1257"/>
                  <a:pt x="2031" y="1269"/>
                </a:cubicBezTo>
                <a:cubicBezTo>
                  <a:pt x="2017" y="1277"/>
                  <a:pt x="2003" y="1285"/>
                  <a:pt x="1987" y="129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9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9" name="Google Shape;79;p14"/>
          <p:cNvSpPr/>
          <p:nvPr/>
        </p:nvSpPr>
        <p:spPr>
          <a:xfrm flipH="1" rot="-5608391">
            <a:off x="6143273" y="-787617"/>
            <a:ext cx="4571251" cy="1706662"/>
          </a:xfrm>
          <a:custGeom>
            <a:rect b="b" l="l" r="r" t="t"/>
            <a:pathLst>
              <a:path extrusionOk="0" h="1132" w="3027">
                <a:moveTo>
                  <a:pt x="0" y="965"/>
                </a:moveTo>
                <a:cubicBezTo>
                  <a:pt x="0" y="965"/>
                  <a:pt x="0" y="964"/>
                  <a:pt x="0" y="964"/>
                </a:cubicBezTo>
                <a:cubicBezTo>
                  <a:pt x="0" y="963"/>
                  <a:pt x="0" y="962"/>
                  <a:pt x="0" y="961"/>
                </a:cubicBezTo>
                <a:cubicBezTo>
                  <a:pt x="9" y="913"/>
                  <a:pt x="16" y="864"/>
                  <a:pt x="25" y="816"/>
                </a:cubicBezTo>
                <a:cubicBezTo>
                  <a:pt x="38" y="742"/>
                  <a:pt x="52" y="667"/>
                  <a:pt x="66" y="592"/>
                </a:cubicBezTo>
                <a:cubicBezTo>
                  <a:pt x="85" y="488"/>
                  <a:pt x="107" y="385"/>
                  <a:pt x="131" y="282"/>
                </a:cubicBezTo>
                <a:cubicBezTo>
                  <a:pt x="145" y="222"/>
                  <a:pt x="161" y="162"/>
                  <a:pt x="180" y="104"/>
                </a:cubicBezTo>
                <a:cubicBezTo>
                  <a:pt x="189" y="77"/>
                  <a:pt x="198" y="51"/>
                  <a:pt x="212" y="27"/>
                </a:cubicBezTo>
                <a:cubicBezTo>
                  <a:pt x="216" y="20"/>
                  <a:pt x="221" y="14"/>
                  <a:pt x="226" y="8"/>
                </a:cubicBezTo>
                <a:cubicBezTo>
                  <a:pt x="234" y="0"/>
                  <a:pt x="242" y="1"/>
                  <a:pt x="249" y="10"/>
                </a:cubicBezTo>
                <a:cubicBezTo>
                  <a:pt x="284" y="54"/>
                  <a:pt x="325" y="91"/>
                  <a:pt x="371" y="123"/>
                </a:cubicBezTo>
                <a:cubicBezTo>
                  <a:pt x="435" y="168"/>
                  <a:pt x="503" y="202"/>
                  <a:pt x="580" y="217"/>
                </a:cubicBezTo>
                <a:cubicBezTo>
                  <a:pt x="621" y="225"/>
                  <a:pt x="663" y="226"/>
                  <a:pt x="704" y="219"/>
                </a:cubicBezTo>
                <a:cubicBezTo>
                  <a:pt x="774" y="207"/>
                  <a:pt x="844" y="194"/>
                  <a:pt x="914" y="183"/>
                </a:cubicBezTo>
                <a:cubicBezTo>
                  <a:pt x="960" y="176"/>
                  <a:pt x="1006" y="170"/>
                  <a:pt x="1052" y="166"/>
                </a:cubicBezTo>
                <a:cubicBezTo>
                  <a:pt x="1093" y="162"/>
                  <a:pt x="1135" y="159"/>
                  <a:pt x="1176" y="158"/>
                </a:cubicBezTo>
                <a:cubicBezTo>
                  <a:pt x="1247" y="155"/>
                  <a:pt x="1318" y="158"/>
                  <a:pt x="1389" y="171"/>
                </a:cubicBezTo>
                <a:cubicBezTo>
                  <a:pt x="1443" y="181"/>
                  <a:pt x="1495" y="197"/>
                  <a:pt x="1544" y="222"/>
                </a:cubicBezTo>
                <a:cubicBezTo>
                  <a:pt x="1585" y="243"/>
                  <a:pt x="1622" y="269"/>
                  <a:pt x="1651" y="305"/>
                </a:cubicBezTo>
                <a:cubicBezTo>
                  <a:pt x="1668" y="326"/>
                  <a:pt x="1681" y="350"/>
                  <a:pt x="1685" y="377"/>
                </a:cubicBezTo>
                <a:cubicBezTo>
                  <a:pt x="1688" y="402"/>
                  <a:pt x="1681" y="423"/>
                  <a:pt x="1658" y="436"/>
                </a:cubicBezTo>
                <a:cubicBezTo>
                  <a:pt x="1653" y="439"/>
                  <a:pt x="1648" y="443"/>
                  <a:pt x="1643" y="447"/>
                </a:cubicBezTo>
                <a:cubicBezTo>
                  <a:pt x="1607" y="480"/>
                  <a:pt x="1587" y="521"/>
                  <a:pt x="1584" y="570"/>
                </a:cubicBezTo>
                <a:cubicBezTo>
                  <a:pt x="1583" y="595"/>
                  <a:pt x="1589" y="619"/>
                  <a:pt x="1605" y="639"/>
                </a:cubicBezTo>
                <a:cubicBezTo>
                  <a:pt x="1630" y="669"/>
                  <a:pt x="1663" y="682"/>
                  <a:pt x="1701" y="686"/>
                </a:cubicBezTo>
                <a:cubicBezTo>
                  <a:pt x="1732" y="688"/>
                  <a:pt x="1763" y="683"/>
                  <a:pt x="1793" y="675"/>
                </a:cubicBezTo>
                <a:cubicBezTo>
                  <a:pt x="1837" y="665"/>
                  <a:pt x="1880" y="650"/>
                  <a:pt x="1923" y="636"/>
                </a:cubicBezTo>
                <a:cubicBezTo>
                  <a:pt x="1984" y="616"/>
                  <a:pt x="2046" y="595"/>
                  <a:pt x="2111" y="583"/>
                </a:cubicBezTo>
                <a:cubicBezTo>
                  <a:pt x="2161" y="574"/>
                  <a:pt x="2212" y="571"/>
                  <a:pt x="2263" y="578"/>
                </a:cubicBezTo>
                <a:cubicBezTo>
                  <a:pt x="2313" y="585"/>
                  <a:pt x="2359" y="601"/>
                  <a:pt x="2403" y="627"/>
                </a:cubicBezTo>
                <a:cubicBezTo>
                  <a:pt x="2456" y="660"/>
                  <a:pt x="2498" y="704"/>
                  <a:pt x="2533" y="756"/>
                </a:cubicBezTo>
                <a:cubicBezTo>
                  <a:pt x="2562" y="799"/>
                  <a:pt x="2584" y="846"/>
                  <a:pt x="2604" y="894"/>
                </a:cubicBezTo>
                <a:cubicBezTo>
                  <a:pt x="2610" y="908"/>
                  <a:pt x="2616" y="921"/>
                  <a:pt x="2625" y="933"/>
                </a:cubicBezTo>
                <a:cubicBezTo>
                  <a:pt x="2646" y="961"/>
                  <a:pt x="2672" y="983"/>
                  <a:pt x="2701" y="1003"/>
                </a:cubicBezTo>
                <a:cubicBezTo>
                  <a:pt x="2787" y="1063"/>
                  <a:pt x="2883" y="1101"/>
                  <a:pt x="2985" y="1123"/>
                </a:cubicBezTo>
                <a:cubicBezTo>
                  <a:pt x="2999" y="1127"/>
                  <a:pt x="3013" y="1129"/>
                  <a:pt x="3027" y="1132"/>
                </a:cubicBezTo>
                <a:cubicBezTo>
                  <a:pt x="3023" y="1132"/>
                  <a:pt x="3018" y="1132"/>
                  <a:pt x="3014" y="1132"/>
                </a:cubicBezTo>
                <a:cubicBezTo>
                  <a:pt x="2981" y="1130"/>
                  <a:pt x="2949" y="1128"/>
                  <a:pt x="2916" y="1126"/>
                </a:cubicBezTo>
                <a:cubicBezTo>
                  <a:pt x="2885" y="1124"/>
                  <a:pt x="2854" y="1123"/>
                  <a:pt x="2823" y="1121"/>
                </a:cubicBezTo>
                <a:cubicBezTo>
                  <a:pt x="2790" y="1119"/>
                  <a:pt x="2758" y="1117"/>
                  <a:pt x="2726" y="1116"/>
                </a:cubicBezTo>
                <a:cubicBezTo>
                  <a:pt x="2700" y="1114"/>
                  <a:pt x="2675" y="1113"/>
                  <a:pt x="2649" y="1112"/>
                </a:cubicBezTo>
                <a:cubicBezTo>
                  <a:pt x="2617" y="1110"/>
                  <a:pt x="2584" y="1108"/>
                  <a:pt x="2551" y="1106"/>
                </a:cubicBezTo>
                <a:cubicBezTo>
                  <a:pt x="2520" y="1104"/>
                  <a:pt x="2489" y="1103"/>
                  <a:pt x="2458" y="1101"/>
                </a:cubicBezTo>
                <a:cubicBezTo>
                  <a:pt x="2426" y="1099"/>
                  <a:pt x="2393" y="1097"/>
                  <a:pt x="2360" y="1096"/>
                </a:cubicBezTo>
                <a:cubicBezTo>
                  <a:pt x="2329" y="1094"/>
                  <a:pt x="2298" y="1092"/>
                  <a:pt x="2267" y="1090"/>
                </a:cubicBezTo>
                <a:cubicBezTo>
                  <a:pt x="2234" y="1089"/>
                  <a:pt x="2202" y="1087"/>
                  <a:pt x="2169" y="1085"/>
                </a:cubicBezTo>
                <a:cubicBezTo>
                  <a:pt x="2144" y="1084"/>
                  <a:pt x="2119" y="1082"/>
                  <a:pt x="2093" y="1081"/>
                </a:cubicBezTo>
                <a:cubicBezTo>
                  <a:pt x="2061" y="1079"/>
                  <a:pt x="2029" y="1077"/>
                  <a:pt x="1997" y="1075"/>
                </a:cubicBezTo>
                <a:cubicBezTo>
                  <a:pt x="1965" y="1074"/>
                  <a:pt x="1934" y="1072"/>
                  <a:pt x="1902" y="1070"/>
                </a:cubicBezTo>
                <a:cubicBezTo>
                  <a:pt x="1870" y="1068"/>
                  <a:pt x="1837" y="1067"/>
                  <a:pt x="1804" y="1065"/>
                </a:cubicBezTo>
                <a:cubicBezTo>
                  <a:pt x="1773" y="1063"/>
                  <a:pt x="1742" y="1061"/>
                  <a:pt x="1711" y="1060"/>
                </a:cubicBezTo>
                <a:cubicBezTo>
                  <a:pt x="1679" y="1058"/>
                  <a:pt x="1646" y="1056"/>
                  <a:pt x="1613" y="1054"/>
                </a:cubicBezTo>
                <a:cubicBezTo>
                  <a:pt x="1582" y="1052"/>
                  <a:pt x="1551" y="1051"/>
                  <a:pt x="1520" y="1049"/>
                </a:cubicBezTo>
                <a:cubicBezTo>
                  <a:pt x="1488" y="1047"/>
                  <a:pt x="1455" y="1045"/>
                  <a:pt x="1422" y="1044"/>
                </a:cubicBezTo>
                <a:cubicBezTo>
                  <a:pt x="1397" y="1042"/>
                  <a:pt x="1372" y="1041"/>
                  <a:pt x="1346" y="1039"/>
                </a:cubicBezTo>
                <a:cubicBezTo>
                  <a:pt x="1314" y="1038"/>
                  <a:pt x="1282" y="1036"/>
                  <a:pt x="1249" y="1034"/>
                </a:cubicBezTo>
                <a:cubicBezTo>
                  <a:pt x="1224" y="1033"/>
                  <a:pt x="1198" y="1031"/>
                  <a:pt x="1173" y="1030"/>
                </a:cubicBezTo>
                <a:cubicBezTo>
                  <a:pt x="1140" y="1028"/>
                  <a:pt x="1107" y="1026"/>
                  <a:pt x="1075" y="1024"/>
                </a:cubicBezTo>
                <a:cubicBezTo>
                  <a:pt x="1049" y="1023"/>
                  <a:pt x="1024" y="1022"/>
                  <a:pt x="999" y="1020"/>
                </a:cubicBezTo>
                <a:cubicBezTo>
                  <a:pt x="966" y="1018"/>
                  <a:pt x="934" y="1017"/>
                  <a:pt x="902" y="1015"/>
                </a:cubicBezTo>
                <a:cubicBezTo>
                  <a:pt x="876" y="1013"/>
                  <a:pt x="851" y="1012"/>
                  <a:pt x="825" y="1011"/>
                </a:cubicBezTo>
                <a:cubicBezTo>
                  <a:pt x="793" y="1009"/>
                  <a:pt x="760" y="1007"/>
                  <a:pt x="727" y="1005"/>
                </a:cubicBezTo>
                <a:cubicBezTo>
                  <a:pt x="702" y="1004"/>
                  <a:pt x="677" y="1002"/>
                  <a:pt x="652" y="1001"/>
                </a:cubicBezTo>
                <a:cubicBezTo>
                  <a:pt x="619" y="999"/>
                  <a:pt x="587" y="997"/>
                  <a:pt x="554" y="996"/>
                </a:cubicBezTo>
                <a:cubicBezTo>
                  <a:pt x="529" y="994"/>
                  <a:pt x="503" y="993"/>
                  <a:pt x="478" y="991"/>
                </a:cubicBezTo>
                <a:cubicBezTo>
                  <a:pt x="445" y="990"/>
                  <a:pt x="413" y="988"/>
                  <a:pt x="381" y="986"/>
                </a:cubicBezTo>
                <a:cubicBezTo>
                  <a:pt x="355" y="985"/>
                  <a:pt x="330" y="983"/>
                  <a:pt x="304" y="982"/>
                </a:cubicBezTo>
                <a:cubicBezTo>
                  <a:pt x="272" y="980"/>
                  <a:pt x="240" y="978"/>
                  <a:pt x="208" y="976"/>
                </a:cubicBezTo>
                <a:cubicBezTo>
                  <a:pt x="176" y="975"/>
                  <a:pt x="145" y="973"/>
                  <a:pt x="114" y="971"/>
                </a:cubicBezTo>
                <a:cubicBezTo>
                  <a:pt x="76" y="969"/>
                  <a:pt x="38" y="967"/>
                  <a:pt x="0" y="96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4"/>
          <p:cNvSpPr/>
          <p:nvPr/>
        </p:nvSpPr>
        <p:spPr>
          <a:xfrm flipH="1">
            <a:off x="-933797" y="3511287"/>
            <a:ext cx="4159025" cy="2753726"/>
          </a:xfrm>
          <a:custGeom>
            <a:rect b="b" l="l" r="r" t="t"/>
            <a:pathLst>
              <a:path extrusionOk="0" h="967" w="1458">
                <a:moveTo>
                  <a:pt x="991" y="178"/>
                </a:moveTo>
                <a:cubicBezTo>
                  <a:pt x="991" y="178"/>
                  <a:pt x="876" y="322"/>
                  <a:pt x="438" y="443"/>
                </a:cubicBezTo>
                <a:cubicBezTo>
                  <a:pt x="0" y="564"/>
                  <a:pt x="248" y="944"/>
                  <a:pt x="501" y="910"/>
                </a:cubicBezTo>
                <a:cubicBezTo>
                  <a:pt x="755" y="875"/>
                  <a:pt x="1147" y="967"/>
                  <a:pt x="1302" y="789"/>
                </a:cubicBezTo>
                <a:cubicBezTo>
                  <a:pt x="1458" y="610"/>
                  <a:pt x="1417" y="103"/>
                  <a:pt x="1268" y="52"/>
                </a:cubicBezTo>
                <a:cubicBezTo>
                  <a:pt x="1118" y="0"/>
                  <a:pt x="991" y="178"/>
                  <a:pt x="991" y="17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9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83" name="Google Shape;83;p15"/>
          <p:cNvGrpSpPr/>
          <p:nvPr/>
        </p:nvGrpSpPr>
        <p:grpSpPr>
          <a:xfrm flipH="1">
            <a:off x="-2491394" y="-2347546"/>
            <a:ext cx="13926287" cy="8591749"/>
            <a:chOff x="-2491394" y="-2347546"/>
            <a:chExt cx="13926287" cy="8591749"/>
          </a:xfrm>
        </p:grpSpPr>
        <p:sp>
          <p:nvSpPr>
            <p:cNvPr id="84" name="Google Shape;84;p15"/>
            <p:cNvSpPr/>
            <p:nvPr/>
          </p:nvSpPr>
          <p:spPr>
            <a:xfrm flipH="1">
              <a:off x="6591693" y="-2347546"/>
              <a:ext cx="4843200" cy="3484665"/>
            </a:xfrm>
            <a:custGeom>
              <a:rect b="b" l="l" r="r" t="t"/>
              <a:pathLst>
                <a:path extrusionOk="0" h="1837" w="2548">
                  <a:moveTo>
                    <a:pt x="931" y="198"/>
                  </a:moveTo>
                  <a:cubicBezTo>
                    <a:pt x="931" y="198"/>
                    <a:pt x="537" y="220"/>
                    <a:pt x="317" y="374"/>
                  </a:cubicBezTo>
                  <a:cubicBezTo>
                    <a:pt x="98" y="527"/>
                    <a:pt x="0" y="878"/>
                    <a:pt x="153" y="1092"/>
                  </a:cubicBezTo>
                  <a:cubicBezTo>
                    <a:pt x="306" y="1305"/>
                    <a:pt x="487" y="1037"/>
                    <a:pt x="674" y="1168"/>
                  </a:cubicBezTo>
                  <a:cubicBezTo>
                    <a:pt x="860" y="1300"/>
                    <a:pt x="821" y="1443"/>
                    <a:pt x="821" y="1557"/>
                  </a:cubicBezTo>
                  <a:cubicBezTo>
                    <a:pt x="821" y="1776"/>
                    <a:pt x="975" y="1837"/>
                    <a:pt x="1150" y="1787"/>
                  </a:cubicBezTo>
                  <a:cubicBezTo>
                    <a:pt x="1326" y="1738"/>
                    <a:pt x="1429" y="1482"/>
                    <a:pt x="1649" y="1535"/>
                  </a:cubicBezTo>
                  <a:cubicBezTo>
                    <a:pt x="2032" y="1629"/>
                    <a:pt x="2548" y="1519"/>
                    <a:pt x="2021" y="735"/>
                  </a:cubicBezTo>
                  <a:cubicBezTo>
                    <a:pt x="1528" y="0"/>
                    <a:pt x="931" y="198"/>
                    <a:pt x="931" y="1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-2491394" y="3364251"/>
              <a:ext cx="4002717" cy="2879952"/>
            </a:xfrm>
            <a:custGeom>
              <a:rect b="b" l="l" r="r" t="t"/>
              <a:pathLst>
                <a:path extrusionOk="0" h="1837" w="2548">
                  <a:moveTo>
                    <a:pt x="931" y="198"/>
                  </a:moveTo>
                  <a:cubicBezTo>
                    <a:pt x="931" y="198"/>
                    <a:pt x="537" y="220"/>
                    <a:pt x="317" y="374"/>
                  </a:cubicBezTo>
                  <a:cubicBezTo>
                    <a:pt x="98" y="527"/>
                    <a:pt x="0" y="878"/>
                    <a:pt x="153" y="1092"/>
                  </a:cubicBezTo>
                  <a:cubicBezTo>
                    <a:pt x="306" y="1305"/>
                    <a:pt x="487" y="1037"/>
                    <a:pt x="674" y="1168"/>
                  </a:cubicBezTo>
                  <a:cubicBezTo>
                    <a:pt x="860" y="1300"/>
                    <a:pt x="821" y="1443"/>
                    <a:pt x="821" y="1557"/>
                  </a:cubicBezTo>
                  <a:cubicBezTo>
                    <a:pt x="821" y="1776"/>
                    <a:pt x="975" y="1837"/>
                    <a:pt x="1150" y="1787"/>
                  </a:cubicBezTo>
                  <a:cubicBezTo>
                    <a:pt x="1326" y="1738"/>
                    <a:pt x="1429" y="1482"/>
                    <a:pt x="1649" y="1535"/>
                  </a:cubicBezTo>
                  <a:cubicBezTo>
                    <a:pt x="2032" y="1629"/>
                    <a:pt x="2548" y="1519"/>
                    <a:pt x="2021" y="735"/>
                  </a:cubicBezTo>
                  <a:cubicBezTo>
                    <a:pt x="1528" y="0"/>
                    <a:pt x="931" y="198"/>
                    <a:pt x="931" y="1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hasCustomPrompt="1" type="title"/>
          </p:nvPr>
        </p:nvSpPr>
        <p:spPr>
          <a:xfrm>
            <a:off x="798375" y="2824575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8" name="Google Shape;88;p16"/>
          <p:cNvSpPr txBox="1"/>
          <p:nvPr>
            <p:ph idx="1" type="subTitle"/>
          </p:nvPr>
        </p:nvSpPr>
        <p:spPr>
          <a:xfrm>
            <a:off x="798388" y="3583497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hasCustomPrompt="1" idx="2" type="title"/>
          </p:nvPr>
        </p:nvSpPr>
        <p:spPr>
          <a:xfrm>
            <a:off x="2825688" y="1113589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0" name="Google Shape;90;p16"/>
          <p:cNvSpPr txBox="1"/>
          <p:nvPr>
            <p:ph idx="3" type="subTitle"/>
          </p:nvPr>
        </p:nvSpPr>
        <p:spPr>
          <a:xfrm>
            <a:off x="2825700" y="1872501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1" name="Google Shape;91;p16"/>
          <p:cNvSpPr txBox="1"/>
          <p:nvPr>
            <p:ph hasCustomPrompt="1" idx="4" type="title"/>
          </p:nvPr>
        </p:nvSpPr>
        <p:spPr>
          <a:xfrm>
            <a:off x="4571900" y="2824575"/>
            <a:ext cx="37737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16"/>
          <p:cNvSpPr txBox="1"/>
          <p:nvPr>
            <p:ph idx="5" type="subTitle"/>
          </p:nvPr>
        </p:nvSpPr>
        <p:spPr>
          <a:xfrm>
            <a:off x="4572001" y="3583500"/>
            <a:ext cx="37737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" name="Google Shape;93;p16"/>
          <p:cNvSpPr/>
          <p:nvPr/>
        </p:nvSpPr>
        <p:spPr>
          <a:xfrm flipH="1">
            <a:off x="-1869132" y="-1862221"/>
            <a:ext cx="4843200" cy="3484665"/>
          </a:xfrm>
          <a:custGeom>
            <a:rect b="b" l="l" r="r" t="t"/>
            <a:pathLst>
              <a:path extrusionOk="0" h="1837" w="2548">
                <a:moveTo>
                  <a:pt x="931" y="198"/>
                </a:moveTo>
                <a:cubicBezTo>
                  <a:pt x="931" y="198"/>
                  <a:pt x="537" y="220"/>
                  <a:pt x="317" y="374"/>
                </a:cubicBezTo>
                <a:cubicBezTo>
                  <a:pt x="98" y="527"/>
                  <a:pt x="0" y="878"/>
                  <a:pt x="153" y="1092"/>
                </a:cubicBezTo>
                <a:cubicBezTo>
                  <a:pt x="306" y="1305"/>
                  <a:pt x="487" y="1037"/>
                  <a:pt x="674" y="1168"/>
                </a:cubicBezTo>
                <a:cubicBezTo>
                  <a:pt x="860" y="1300"/>
                  <a:pt x="821" y="1443"/>
                  <a:pt x="821" y="1557"/>
                </a:cubicBezTo>
                <a:cubicBezTo>
                  <a:pt x="821" y="1776"/>
                  <a:pt x="975" y="1837"/>
                  <a:pt x="1150" y="1787"/>
                </a:cubicBezTo>
                <a:cubicBezTo>
                  <a:pt x="1326" y="1738"/>
                  <a:pt x="1429" y="1482"/>
                  <a:pt x="1649" y="1535"/>
                </a:cubicBezTo>
                <a:cubicBezTo>
                  <a:pt x="2032" y="1629"/>
                  <a:pt x="2548" y="1519"/>
                  <a:pt x="2021" y="735"/>
                </a:cubicBezTo>
                <a:cubicBezTo>
                  <a:pt x="1528" y="0"/>
                  <a:pt x="931" y="198"/>
                  <a:pt x="931" y="19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 flipH="1" rot="175825">
            <a:off x="4955813" y="3855851"/>
            <a:ext cx="5929155" cy="2213648"/>
          </a:xfrm>
          <a:custGeom>
            <a:rect b="b" l="l" r="r" t="t"/>
            <a:pathLst>
              <a:path extrusionOk="0" h="1132" w="3027">
                <a:moveTo>
                  <a:pt x="0" y="965"/>
                </a:moveTo>
                <a:cubicBezTo>
                  <a:pt x="0" y="965"/>
                  <a:pt x="0" y="964"/>
                  <a:pt x="0" y="964"/>
                </a:cubicBezTo>
                <a:cubicBezTo>
                  <a:pt x="0" y="963"/>
                  <a:pt x="0" y="962"/>
                  <a:pt x="0" y="961"/>
                </a:cubicBezTo>
                <a:cubicBezTo>
                  <a:pt x="9" y="913"/>
                  <a:pt x="16" y="864"/>
                  <a:pt x="25" y="816"/>
                </a:cubicBezTo>
                <a:cubicBezTo>
                  <a:pt x="38" y="742"/>
                  <a:pt x="52" y="667"/>
                  <a:pt x="66" y="592"/>
                </a:cubicBezTo>
                <a:cubicBezTo>
                  <a:pt x="85" y="488"/>
                  <a:pt x="107" y="385"/>
                  <a:pt x="131" y="282"/>
                </a:cubicBezTo>
                <a:cubicBezTo>
                  <a:pt x="145" y="222"/>
                  <a:pt x="161" y="162"/>
                  <a:pt x="180" y="104"/>
                </a:cubicBezTo>
                <a:cubicBezTo>
                  <a:pt x="189" y="77"/>
                  <a:pt x="198" y="51"/>
                  <a:pt x="212" y="27"/>
                </a:cubicBezTo>
                <a:cubicBezTo>
                  <a:pt x="216" y="20"/>
                  <a:pt x="221" y="14"/>
                  <a:pt x="226" y="8"/>
                </a:cubicBezTo>
                <a:cubicBezTo>
                  <a:pt x="234" y="0"/>
                  <a:pt x="242" y="1"/>
                  <a:pt x="249" y="10"/>
                </a:cubicBezTo>
                <a:cubicBezTo>
                  <a:pt x="284" y="54"/>
                  <a:pt x="325" y="91"/>
                  <a:pt x="371" y="123"/>
                </a:cubicBezTo>
                <a:cubicBezTo>
                  <a:pt x="435" y="168"/>
                  <a:pt x="503" y="202"/>
                  <a:pt x="580" y="217"/>
                </a:cubicBezTo>
                <a:cubicBezTo>
                  <a:pt x="621" y="225"/>
                  <a:pt x="663" y="226"/>
                  <a:pt x="704" y="219"/>
                </a:cubicBezTo>
                <a:cubicBezTo>
                  <a:pt x="774" y="207"/>
                  <a:pt x="844" y="194"/>
                  <a:pt x="914" y="183"/>
                </a:cubicBezTo>
                <a:cubicBezTo>
                  <a:pt x="960" y="176"/>
                  <a:pt x="1006" y="170"/>
                  <a:pt x="1052" y="166"/>
                </a:cubicBezTo>
                <a:cubicBezTo>
                  <a:pt x="1093" y="162"/>
                  <a:pt x="1135" y="159"/>
                  <a:pt x="1176" y="158"/>
                </a:cubicBezTo>
                <a:cubicBezTo>
                  <a:pt x="1247" y="155"/>
                  <a:pt x="1318" y="158"/>
                  <a:pt x="1389" y="171"/>
                </a:cubicBezTo>
                <a:cubicBezTo>
                  <a:pt x="1443" y="181"/>
                  <a:pt x="1495" y="197"/>
                  <a:pt x="1544" y="222"/>
                </a:cubicBezTo>
                <a:cubicBezTo>
                  <a:pt x="1585" y="243"/>
                  <a:pt x="1622" y="269"/>
                  <a:pt x="1651" y="305"/>
                </a:cubicBezTo>
                <a:cubicBezTo>
                  <a:pt x="1668" y="326"/>
                  <a:pt x="1681" y="350"/>
                  <a:pt x="1685" y="377"/>
                </a:cubicBezTo>
                <a:cubicBezTo>
                  <a:pt x="1688" y="402"/>
                  <a:pt x="1681" y="423"/>
                  <a:pt x="1658" y="436"/>
                </a:cubicBezTo>
                <a:cubicBezTo>
                  <a:pt x="1653" y="439"/>
                  <a:pt x="1648" y="443"/>
                  <a:pt x="1643" y="447"/>
                </a:cubicBezTo>
                <a:cubicBezTo>
                  <a:pt x="1607" y="480"/>
                  <a:pt x="1587" y="521"/>
                  <a:pt x="1584" y="570"/>
                </a:cubicBezTo>
                <a:cubicBezTo>
                  <a:pt x="1583" y="595"/>
                  <a:pt x="1589" y="619"/>
                  <a:pt x="1605" y="639"/>
                </a:cubicBezTo>
                <a:cubicBezTo>
                  <a:pt x="1630" y="669"/>
                  <a:pt x="1663" y="682"/>
                  <a:pt x="1701" y="686"/>
                </a:cubicBezTo>
                <a:cubicBezTo>
                  <a:pt x="1732" y="688"/>
                  <a:pt x="1763" y="683"/>
                  <a:pt x="1793" y="675"/>
                </a:cubicBezTo>
                <a:cubicBezTo>
                  <a:pt x="1837" y="665"/>
                  <a:pt x="1880" y="650"/>
                  <a:pt x="1923" y="636"/>
                </a:cubicBezTo>
                <a:cubicBezTo>
                  <a:pt x="1984" y="616"/>
                  <a:pt x="2046" y="595"/>
                  <a:pt x="2111" y="583"/>
                </a:cubicBezTo>
                <a:cubicBezTo>
                  <a:pt x="2161" y="574"/>
                  <a:pt x="2212" y="571"/>
                  <a:pt x="2263" y="578"/>
                </a:cubicBezTo>
                <a:cubicBezTo>
                  <a:pt x="2313" y="585"/>
                  <a:pt x="2359" y="601"/>
                  <a:pt x="2403" y="627"/>
                </a:cubicBezTo>
                <a:cubicBezTo>
                  <a:pt x="2456" y="660"/>
                  <a:pt x="2498" y="704"/>
                  <a:pt x="2533" y="756"/>
                </a:cubicBezTo>
                <a:cubicBezTo>
                  <a:pt x="2562" y="799"/>
                  <a:pt x="2584" y="846"/>
                  <a:pt x="2604" y="894"/>
                </a:cubicBezTo>
                <a:cubicBezTo>
                  <a:pt x="2610" y="908"/>
                  <a:pt x="2616" y="921"/>
                  <a:pt x="2625" y="933"/>
                </a:cubicBezTo>
                <a:cubicBezTo>
                  <a:pt x="2646" y="961"/>
                  <a:pt x="2672" y="983"/>
                  <a:pt x="2701" y="1003"/>
                </a:cubicBezTo>
                <a:cubicBezTo>
                  <a:pt x="2787" y="1063"/>
                  <a:pt x="2883" y="1101"/>
                  <a:pt x="2985" y="1123"/>
                </a:cubicBezTo>
                <a:cubicBezTo>
                  <a:pt x="2999" y="1127"/>
                  <a:pt x="3013" y="1129"/>
                  <a:pt x="3027" y="1132"/>
                </a:cubicBezTo>
                <a:cubicBezTo>
                  <a:pt x="3023" y="1132"/>
                  <a:pt x="3018" y="1132"/>
                  <a:pt x="3014" y="1132"/>
                </a:cubicBezTo>
                <a:cubicBezTo>
                  <a:pt x="2981" y="1130"/>
                  <a:pt x="2949" y="1128"/>
                  <a:pt x="2916" y="1126"/>
                </a:cubicBezTo>
                <a:cubicBezTo>
                  <a:pt x="2885" y="1124"/>
                  <a:pt x="2854" y="1123"/>
                  <a:pt x="2823" y="1121"/>
                </a:cubicBezTo>
                <a:cubicBezTo>
                  <a:pt x="2790" y="1119"/>
                  <a:pt x="2758" y="1117"/>
                  <a:pt x="2726" y="1116"/>
                </a:cubicBezTo>
                <a:cubicBezTo>
                  <a:pt x="2700" y="1114"/>
                  <a:pt x="2675" y="1113"/>
                  <a:pt x="2649" y="1112"/>
                </a:cubicBezTo>
                <a:cubicBezTo>
                  <a:pt x="2617" y="1110"/>
                  <a:pt x="2584" y="1108"/>
                  <a:pt x="2551" y="1106"/>
                </a:cubicBezTo>
                <a:cubicBezTo>
                  <a:pt x="2520" y="1104"/>
                  <a:pt x="2489" y="1103"/>
                  <a:pt x="2458" y="1101"/>
                </a:cubicBezTo>
                <a:cubicBezTo>
                  <a:pt x="2426" y="1099"/>
                  <a:pt x="2393" y="1097"/>
                  <a:pt x="2360" y="1096"/>
                </a:cubicBezTo>
                <a:cubicBezTo>
                  <a:pt x="2329" y="1094"/>
                  <a:pt x="2298" y="1092"/>
                  <a:pt x="2267" y="1090"/>
                </a:cubicBezTo>
                <a:cubicBezTo>
                  <a:pt x="2234" y="1089"/>
                  <a:pt x="2202" y="1087"/>
                  <a:pt x="2169" y="1085"/>
                </a:cubicBezTo>
                <a:cubicBezTo>
                  <a:pt x="2144" y="1084"/>
                  <a:pt x="2119" y="1082"/>
                  <a:pt x="2093" y="1081"/>
                </a:cubicBezTo>
                <a:cubicBezTo>
                  <a:pt x="2061" y="1079"/>
                  <a:pt x="2029" y="1077"/>
                  <a:pt x="1997" y="1075"/>
                </a:cubicBezTo>
                <a:cubicBezTo>
                  <a:pt x="1965" y="1074"/>
                  <a:pt x="1934" y="1072"/>
                  <a:pt x="1902" y="1070"/>
                </a:cubicBezTo>
                <a:cubicBezTo>
                  <a:pt x="1870" y="1068"/>
                  <a:pt x="1837" y="1067"/>
                  <a:pt x="1804" y="1065"/>
                </a:cubicBezTo>
                <a:cubicBezTo>
                  <a:pt x="1773" y="1063"/>
                  <a:pt x="1742" y="1061"/>
                  <a:pt x="1711" y="1060"/>
                </a:cubicBezTo>
                <a:cubicBezTo>
                  <a:pt x="1679" y="1058"/>
                  <a:pt x="1646" y="1056"/>
                  <a:pt x="1613" y="1054"/>
                </a:cubicBezTo>
                <a:cubicBezTo>
                  <a:pt x="1582" y="1052"/>
                  <a:pt x="1551" y="1051"/>
                  <a:pt x="1520" y="1049"/>
                </a:cubicBezTo>
                <a:cubicBezTo>
                  <a:pt x="1488" y="1047"/>
                  <a:pt x="1455" y="1045"/>
                  <a:pt x="1422" y="1044"/>
                </a:cubicBezTo>
                <a:cubicBezTo>
                  <a:pt x="1397" y="1042"/>
                  <a:pt x="1372" y="1041"/>
                  <a:pt x="1346" y="1039"/>
                </a:cubicBezTo>
                <a:cubicBezTo>
                  <a:pt x="1314" y="1038"/>
                  <a:pt x="1282" y="1036"/>
                  <a:pt x="1249" y="1034"/>
                </a:cubicBezTo>
                <a:cubicBezTo>
                  <a:pt x="1224" y="1033"/>
                  <a:pt x="1198" y="1031"/>
                  <a:pt x="1173" y="1030"/>
                </a:cubicBezTo>
                <a:cubicBezTo>
                  <a:pt x="1140" y="1028"/>
                  <a:pt x="1107" y="1026"/>
                  <a:pt x="1075" y="1024"/>
                </a:cubicBezTo>
                <a:cubicBezTo>
                  <a:pt x="1049" y="1023"/>
                  <a:pt x="1024" y="1022"/>
                  <a:pt x="999" y="1020"/>
                </a:cubicBezTo>
                <a:cubicBezTo>
                  <a:pt x="966" y="1018"/>
                  <a:pt x="934" y="1017"/>
                  <a:pt x="902" y="1015"/>
                </a:cubicBezTo>
                <a:cubicBezTo>
                  <a:pt x="876" y="1013"/>
                  <a:pt x="851" y="1012"/>
                  <a:pt x="825" y="1011"/>
                </a:cubicBezTo>
                <a:cubicBezTo>
                  <a:pt x="793" y="1009"/>
                  <a:pt x="760" y="1007"/>
                  <a:pt x="727" y="1005"/>
                </a:cubicBezTo>
                <a:cubicBezTo>
                  <a:pt x="702" y="1004"/>
                  <a:pt x="677" y="1002"/>
                  <a:pt x="652" y="1001"/>
                </a:cubicBezTo>
                <a:cubicBezTo>
                  <a:pt x="619" y="999"/>
                  <a:pt x="587" y="997"/>
                  <a:pt x="554" y="996"/>
                </a:cubicBezTo>
                <a:cubicBezTo>
                  <a:pt x="529" y="994"/>
                  <a:pt x="503" y="993"/>
                  <a:pt x="478" y="991"/>
                </a:cubicBezTo>
                <a:cubicBezTo>
                  <a:pt x="445" y="990"/>
                  <a:pt x="413" y="988"/>
                  <a:pt x="381" y="986"/>
                </a:cubicBezTo>
                <a:cubicBezTo>
                  <a:pt x="355" y="985"/>
                  <a:pt x="330" y="983"/>
                  <a:pt x="304" y="982"/>
                </a:cubicBezTo>
                <a:cubicBezTo>
                  <a:pt x="272" y="980"/>
                  <a:pt x="240" y="978"/>
                  <a:pt x="208" y="976"/>
                </a:cubicBezTo>
                <a:cubicBezTo>
                  <a:pt x="176" y="975"/>
                  <a:pt x="145" y="973"/>
                  <a:pt x="114" y="971"/>
                </a:cubicBezTo>
                <a:cubicBezTo>
                  <a:pt x="76" y="969"/>
                  <a:pt x="38" y="967"/>
                  <a:pt x="0" y="96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8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" type="subTitle"/>
          </p:nvPr>
        </p:nvSpPr>
        <p:spPr>
          <a:xfrm>
            <a:off x="1993068" y="1608602"/>
            <a:ext cx="6198300" cy="4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b="1" sz="18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8" name="Google Shape;98;p17"/>
          <p:cNvSpPr txBox="1"/>
          <p:nvPr>
            <p:ph idx="2" type="subTitle"/>
          </p:nvPr>
        </p:nvSpPr>
        <p:spPr>
          <a:xfrm>
            <a:off x="1993068" y="2752101"/>
            <a:ext cx="6198300" cy="4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b="1" sz="18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3" type="subTitle"/>
          </p:nvPr>
        </p:nvSpPr>
        <p:spPr>
          <a:xfrm>
            <a:off x="1993068" y="3895600"/>
            <a:ext cx="6198300" cy="4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b="1" sz="18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4" type="subTitle"/>
          </p:nvPr>
        </p:nvSpPr>
        <p:spPr>
          <a:xfrm>
            <a:off x="1985625" y="1211225"/>
            <a:ext cx="61983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1" name="Google Shape;101;p17"/>
          <p:cNvSpPr txBox="1"/>
          <p:nvPr>
            <p:ph idx="5" type="subTitle"/>
          </p:nvPr>
        </p:nvSpPr>
        <p:spPr>
          <a:xfrm>
            <a:off x="1985625" y="2354729"/>
            <a:ext cx="61983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2" name="Google Shape;102;p17"/>
          <p:cNvSpPr txBox="1"/>
          <p:nvPr>
            <p:ph idx="6" type="subTitle"/>
          </p:nvPr>
        </p:nvSpPr>
        <p:spPr>
          <a:xfrm>
            <a:off x="1985625" y="3498232"/>
            <a:ext cx="61983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3" name="Google Shape;103;p17"/>
          <p:cNvSpPr/>
          <p:nvPr/>
        </p:nvSpPr>
        <p:spPr>
          <a:xfrm flipH="1">
            <a:off x="8191385" y="3833564"/>
            <a:ext cx="1290149" cy="1077524"/>
          </a:xfrm>
          <a:custGeom>
            <a:rect b="b" l="l" r="r" t="t"/>
            <a:pathLst>
              <a:path extrusionOk="0" h="1853" w="2215">
                <a:moveTo>
                  <a:pt x="0" y="694"/>
                </a:moveTo>
                <a:cubicBezTo>
                  <a:pt x="7" y="667"/>
                  <a:pt x="17" y="641"/>
                  <a:pt x="36" y="620"/>
                </a:cubicBezTo>
                <a:cubicBezTo>
                  <a:pt x="42" y="614"/>
                  <a:pt x="47" y="608"/>
                  <a:pt x="53" y="603"/>
                </a:cubicBezTo>
                <a:cubicBezTo>
                  <a:pt x="75" y="587"/>
                  <a:pt x="96" y="570"/>
                  <a:pt x="119" y="556"/>
                </a:cubicBezTo>
                <a:cubicBezTo>
                  <a:pt x="170" y="524"/>
                  <a:pt x="221" y="530"/>
                  <a:pt x="271" y="561"/>
                </a:cubicBezTo>
                <a:cubicBezTo>
                  <a:pt x="274" y="563"/>
                  <a:pt x="277" y="565"/>
                  <a:pt x="280" y="567"/>
                </a:cubicBezTo>
                <a:cubicBezTo>
                  <a:pt x="402" y="434"/>
                  <a:pt x="543" y="325"/>
                  <a:pt x="690" y="223"/>
                </a:cubicBezTo>
                <a:cubicBezTo>
                  <a:pt x="676" y="171"/>
                  <a:pt x="692" y="125"/>
                  <a:pt x="720" y="83"/>
                </a:cubicBezTo>
                <a:cubicBezTo>
                  <a:pt x="749" y="41"/>
                  <a:pt x="789" y="13"/>
                  <a:pt x="839" y="2"/>
                </a:cubicBezTo>
                <a:cubicBezTo>
                  <a:pt x="840" y="2"/>
                  <a:pt x="841" y="1"/>
                  <a:pt x="842" y="0"/>
                </a:cubicBezTo>
                <a:cubicBezTo>
                  <a:pt x="852" y="0"/>
                  <a:pt x="862" y="0"/>
                  <a:pt x="872" y="0"/>
                </a:cubicBezTo>
                <a:cubicBezTo>
                  <a:pt x="960" y="19"/>
                  <a:pt x="994" y="150"/>
                  <a:pt x="965" y="213"/>
                </a:cubicBezTo>
                <a:cubicBezTo>
                  <a:pt x="956" y="233"/>
                  <a:pt x="942" y="251"/>
                  <a:pt x="929" y="272"/>
                </a:cubicBezTo>
                <a:cubicBezTo>
                  <a:pt x="1024" y="425"/>
                  <a:pt x="1126" y="579"/>
                  <a:pt x="1236" y="729"/>
                </a:cubicBezTo>
                <a:cubicBezTo>
                  <a:pt x="1239" y="726"/>
                  <a:pt x="1242" y="722"/>
                  <a:pt x="1246" y="720"/>
                </a:cubicBezTo>
                <a:cubicBezTo>
                  <a:pt x="1295" y="683"/>
                  <a:pt x="1351" y="672"/>
                  <a:pt x="1409" y="691"/>
                </a:cubicBezTo>
                <a:cubicBezTo>
                  <a:pt x="1459" y="708"/>
                  <a:pt x="1482" y="749"/>
                  <a:pt x="1488" y="799"/>
                </a:cubicBezTo>
                <a:cubicBezTo>
                  <a:pt x="1493" y="837"/>
                  <a:pt x="1484" y="872"/>
                  <a:pt x="1469" y="906"/>
                </a:cubicBezTo>
                <a:cubicBezTo>
                  <a:pt x="1467" y="910"/>
                  <a:pt x="1466" y="914"/>
                  <a:pt x="1464" y="918"/>
                </a:cubicBezTo>
                <a:cubicBezTo>
                  <a:pt x="1504" y="938"/>
                  <a:pt x="1545" y="957"/>
                  <a:pt x="1584" y="977"/>
                </a:cubicBezTo>
                <a:cubicBezTo>
                  <a:pt x="1721" y="1047"/>
                  <a:pt x="1853" y="1124"/>
                  <a:pt x="1983" y="1207"/>
                </a:cubicBezTo>
                <a:cubicBezTo>
                  <a:pt x="1997" y="1216"/>
                  <a:pt x="2012" y="1216"/>
                  <a:pt x="2028" y="1208"/>
                </a:cubicBezTo>
                <a:cubicBezTo>
                  <a:pt x="2045" y="1200"/>
                  <a:pt x="2062" y="1192"/>
                  <a:pt x="2080" y="1185"/>
                </a:cubicBezTo>
                <a:cubicBezTo>
                  <a:pt x="2104" y="1177"/>
                  <a:pt x="2128" y="1180"/>
                  <a:pt x="2148" y="1195"/>
                </a:cubicBezTo>
                <a:cubicBezTo>
                  <a:pt x="2162" y="1205"/>
                  <a:pt x="2174" y="1216"/>
                  <a:pt x="2186" y="1228"/>
                </a:cubicBezTo>
                <a:cubicBezTo>
                  <a:pt x="2210" y="1249"/>
                  <a:pt x="2215" y="1277"/>
                  <a:pt x="2207" y="1307"/>
                </a:cubicBezTo>
                <a:cubicBezTo>
                  <a:pt x="2196" y="1346"/>
                  <a:pt x="2175" y="1380"/>
                  <a:pt x="2143" y="1406"/>
                </a:cubicBezTo>
                <a:cubicBezTo>
                  <a:pt x="2104" y="1437"/>
                  <a:pt x="2061" y="1438"/>
                  <a:pt x="2018" y="1416"/>
                </a:cubicBezTo>
                <a:cubicBezTo>
                  <a:pt x="1956" y="1384"/>
                  <a:pt x="1929" y="1314"/>
                  <a:pt x="1951" y="1249"/>
                </a:cubicBezTo>
                <a:cubicBezTo>
                  <a:pt x="1952" y="1248"/>
                  <a:pt x="1952" y="1247"/>
                  <a:pt x="1952" y="1246"/>
                </a:cubicBezTo>
                <a:cubicBezTo>
                  <a:pt x="1782" y="1149"/>
                  <a:pt x="1612" y="1052"/>
                  <a:pt x="1441" y="954"/>
                </a:cubicBezTo>
                <a:cubicBezTo>
                  <a:pt x="1422" y="982"/>
                  <a:pt x="1395" y="1002"/>
                  <a:pt x="1361" y="1012"/>
                </a:cubicBezTo>
                <a:cubicBezTo>
                  <a:pt x="1368" y="1023"/>
                  <a:pt x="1368" y="1033"/>
                  <a:pt x="1359" y="1044"/>
                </a:cubicBezTo>
                <a:cubicBezTo>
                  <a:pt x="1356" y="1048"/>
                  <a:pt x="1357" y="1057"/>
                  <a:pt x="1357" y="1064"/>
                </a:cubicBezTo>
                <a:cubicBezTo>
                  <a:pt x="1353" y="1141"/>
                  <a:pt x="1342" y="1218"/>
                  <a:pt x="1322" y="1293"/>
                </a:cubicBezTo>
                <a:cubicBezTo>
                  <a:pt x="1307" y="1348"/>
                  <a:pt x="1288" y="1403"/>
                  <a:pt x="1272" y="1457"/>
                </a:cubicBezTo>
                <a:cubicBezTo>
                  <a:pt x="1267" y="1474"/>
                  <a:pt x="1263" y="1491"/>
                  <a:pt x="1258" y="1509"/>
                </a:cubicBezTo>
                <a:cubicBezTo>
                  <a:pt x="1264" y="1509"/>
                  <a:pt x="1268" y="1508"/>
                  <a:pt x="1272" y="1508"/>
                </a:cubicBezTo>
                <a:cubicBezTo>
                  <a:pt x="1310" y="1504"/>
                  <a:pt x="1346" y="1511"/>
                  <a:pt x="1374" y="1539"/>
                </a:cubicBezTo>
                <a:cubicBezTo>
                  <a:pt x="1395" y="1559"/>
                  <a:pt x="1402" y="1585"/>
                  <a:pt x="1404" y="1613"/>
                </a:cubicBezTo>
                <a:cubicBezTo>
                  <a:pt x="1407" y="1660"/>
                  <a:pt x="1403" y="1708"/>
                  <a:pt x="1392" y="1754"/>
                </a:cubicBezTo>
                <a:cubicBezTo>
                  <a:pt x="1378" y="1806"/>
                  <a:pt x="1347" y="1841"/>
                  <a:pt x="1292" y="1851"/>
                </a:cubicBezTo>
                <a:cubicBezTo>
                  <a:pt x="1292" y="1852"/>
                  <a:pt x="1291" y="1852"/>
                  <a:pt x="1291" y="1853"/>
                </a:cubicBezTo>
                <a:cubicBezTo>
                  <a:pt x="1281" y="1853"/>
                  <a:pt x="1271" y="1853"/>
                  <a:pt x="1261" y="1853"/>
                </a:cubicBezTo>
                <a:cubicBezTo>
                  <a:pt x="1221" y="1844"/>
                  <a:pt x="1187" y="1824"/>
                  <a:pt x="1161" y="1792"/>
                </a:cubicBezTo>
                <a:cubicBezTo>
                  <a:pt x="1116" y="1737"/>
                  <a:pt x="1104" y="1676"/>
                  <a:pt x="1129" y="1608"/>
                </a:cubicBezTo>
                <a:cubicBezTo>
                  <a:pt x="1139" y="1581"/>
                  <a:pt x="1158" y="1561"/>
                  <a:pt x="1183" y="1547"/>
                </a:cubicBezTo>
                <a:cubicBezTo>
                  <a:pt x="1198" y="1538"/>
                  <a:pt x="1209" y="1528"/>
                  <a:pt x="1213" y="1508"/>
                </a:cubicBezTo>
                <a:cubicBezTo>
                  <a:pt x="1227" y="1452"/>
                  <a:pt x="1245" y="1397"/>
                  <a:pt x="1262" y="1342"/>
                </a:cubicBezTo>
                <a:cubicBezTo>
                  <a:pt x="1284" y="1271"/>
                  <a:pt x="1298" y="1199"/>
                  <a:pt x="1307" y="1125"/>
                </a:cubicBezTo>
                <a:cubicBezTo>
                  <a:pt x="1311" y="1093"/>
                  <a:pt x="1314" y="1061"/>
                  <a:pt x="1317" y="1029"/>
                </a:cubicBezTo>
                <a:cubicBezTo>
                  <a:pt x="1318" y="1026"/>
                  <a:pt x="1318" y="1023"/>
                  <a:pt x="1318" y="1019"/>
                </a:cubicBezTo>
                <a:cubicBezTo>
                  <a:pt x="1246" y="1015"/>
                  <a:pt x="1185" y="993"/>
                  <a:pt x="1162" y="918"/>
                </a:cubicBezTo>
                <a:cubicBezTo>
                  <a:pt x="1145" y="860"/>
                  <a:pt x="1153" y="804"/>
                  <a:pt x="1201" y="759"/>
                </a:cubicBezTo>
                <a:cubicBezTo>
                  <a:pt x="1087" y="612"/>
                  <a:pt x="983" y="457"/>
                  <a:pt x="893" y="293"/>
                </a:cubicBezTo>
                <a:cubicBezTo>
                  <a:pt x="861" y="308"/>
                  <a:pt x="829" y="317"/>
                  <a:pt x="795" y="313"/>
                </a:cubicBezTo>
                <a:cubicBezTo>
                  <a:pt x="760" y="308"/>
                  <a:pt x="733" y="290"/>
                  <a:pt x="710" y="262"/>
                </a:cubicBezTo>
                <a:cubicBezTo>
                  <a:pt x="577" y="374"/>
                  <a:pt x="434" y="473"/>
                  <a:pt x="313" y="597"/>
                </a:cubicBezTo>
                <a:cubicBezTo>
                  <a:pt x="321" y="612"/>
                  <a:pt x="331" y="626"/>
                  <a:pt x="338" y="642"/>
                </a:cubicBezTo>
                <a:cubicBezTo>
                  <a:pt x="375" y="722"/>
                  <a:pt x="350" y="799"/>
                  <a:pt x="271" y="841"/>
                </a:cubicBezTo>
                <a:cubicBezTo>
                  <a:pt x="186" y="887"/>
                  <a:pt x="82" y="866"/>
                  <a:pt x="28" y="791"/>
                </a:cubicBezTo>
                <a:cubicBezTo>
                  <a:pt x="13" y="772"/>
                  <a:pt x="6" y="750"/>
                  <a:pt x="0" y="726"/>
                </a:cubicBezTo>
                <a:cubicBezTo>
                  <a:pt x="0" y="716"/>
                  <a:pt x="0" y="705"/>
                  <a:pt x="0" y="694"/>
                </a:cubicBezTo>
                <a:close/>
                <a:moveTo>
                  <a:pt x="46" y="713"/>
                </a:moveTo>
                <a:cubicBezTo>
                  <a:pt x="48" y="737"/>
                  <a:pt x="56" y="756"/>
                  <a:pt x="71" y="773"/>
                </a:cubicBezTo>
                <a:cubicBezTo>
                  <a:pt x="121" y="829"/>
                  <a:pt x="208" y="835"/>
                  <a:pt x="268" y="788"/>
                </a:cubicBezTo>
                <a:cubicBezTo>
                  <a:pt x="288" y="772"/>
                  <a:pt x="302" y="753"/>
                  <a:pt x="306" y="727"/>
                </a:cubicBezTo>
                <a:cubicBezTo>
                  <a:pt x="311" y="686"/>
                  <a:pt x="295" y="652"/>
                  <a:pt x="268" y="622"/>
                </a:cubicBezTo>
                <a:cubicBezTo>
                  <a:pt x="229" y="580"/>
                  <a:pt x="154" y="558"/>
                  <a:pt x="104" y="634"/>
                </a:cubicBezTo>
                <a:cubicBezTo>
                  <a:pt x="91" y="654"/>
                  <a:pt x="80" y="676"/>
                  <a:pt x="69" y="697"/>
                </a:cubicBezTo>
                <a:cubicBezTo>
                  <a:pt x="64" y="706"/>
                  <a:pt x="58" y="713"/>
                  <a:pt x="46" y="713"/>
                </a:cubicBezTo>
                <a:close/>
                <a:moveTo>
                  <a:pt x="1352" y="735"/>
                </a:moveTo>
                <a:cubicBezTo>
                  <a:pt x="1318" y="737"/>
                  <a:pt x="1280" y="747"/>
                  <a:pt x="1254" y="784"/>
                </a:cubicBezTo>
                <a:cubicBezTo>
                  <a:pt x="1252" y="787"/>
                  <a:pt x="1247" y="792"/>
                  <a:pt x="1243" y="792"/>
                </a:cubicBezTo>
                <a:cubicBezTo>
                  <a:pt x="1228" y="791"/>
                  <a:pt x="1222" y="802"/>
                  <a:pt x="1216" y="811"/>
                </a:cubicBezTo>
                <a:cubicBezTo>
                  <a:pt x="1181" y="866"/>
                  <a:pt x="1204" y="937"/>
                  <a:pt x="1265" y="959"/>
                </a:cubicBezTo>
                <a:cubicBezTo>
                  <a:pt x="1304" y="975"/>
                  <a:pt x="1344" y="978"/>
                  <a:pt x="1379" y="949"/>
                </a:cubicBezTo>
                <a:cubicBezTo>
                  <a:pt x="1421" y="914"/>
                  <a:pt x="1441" y="868"/>
                  <a:pt x="1441" y="815"/>
                </a:cubicBezTo>
                <a:cubicBezTo>
                  <a:pt x="1441" y="763"/>
                  <a:pt x="1411" y="734"/>
                  <a:pt x="1352" y="735"/>
                </a:cubicBezTo>
                <a:close/>
                <a:moveTo>
                  <a:pt x="1174" y="1611"/>
                </a:moveTo>
                <a:cubicBezTo>
                  <a:pt x="1172" y="1617"/>
                  <a:pt x="1169" y="1622"/>
                  <a:pt x="1167" y="1628"/>
                </a:cubicBezTo>
                <a:cubicBezTo>
                  <a:pt x="1160" y="1650"/>
                  <a:pt x="1162" y="1673"/>
                  <a:pt x="1168" y="1695"/>
                </a:cubicBezTo>
                <a:cubicBezTo>
                  <a:pt x="1178" y="1734"/>
                  <a:pt x="1196" y="1768"/>
                  <a:pt x="1230" y="1791"/>
                </a:cubicBezTo>
                <a:cubicBezTo>
                  <a:pt x="1259" y="1811"/>
                  <a:pt x="1290" y="1808"/>
                  <a:pt x="1317" y="1785"/>
                </a:cubicBezTo>
                <a:cubicBezTo>
                  <a:pt x="1331" y="1772"/>
                  <a:pt x="1340" y="1756"/>
                  <a:pt x="1345" y="1738"/>
                </a:cubicBezTo>
                <a:cubicBezTo>
                  <a:pt x="1357" y="1697"/>
                  <a:pt x="1357" y="1656"/>
                  <a:pt x="1350" y="1615"/>
                </a:cubicBezTo>
                <a:cubicBezTo>
                  <a:pt x="1344" y="1582"/>
                  <a:pt x="1328" y="1566"/>
                  <a:pt x="1294" y="1560"/>
                </a:cubicBezTo>
                <a:cubicBezTo>
                  <a:pt x="1287" y="1559"/>
                  <a:pt x="1279" y="1559"/>
                  <a:pt x="1272" y="1559"/>
                </a:cubicBezTo>
                <a:cubicBezTo>
                  <a:pt x="1265" y="1559"/>
                  <a:pt x="1260" y="1561"/>
                  <a:pt x="1256" y="1567"/>
                </a:cubicBezTo>
                <a:cubicBezTo>
                  <a:pt x="1252" y="1572"/>
                  <a:pt x="1244" y="1576"/>
                  <a:pt x="1238" y="1576"/>
                </a:cubicBezTo>
                <a:cubicBezTo>
                  <a:pt x="1224" y="1576"/>
                  <a:pt x="1217" y="1585"/>
                  <a:pt x="1211" y="1596"/>
                </a:cubicBezTo>
                <a:cubicBezTo>
                  <a:pt x="1200" y="1614"/>
                  <a:pt x="1197" y="1616"/>
                  <a:pt x="1174" y="1611"/>
                </a:cubicBezTo>
                <a:close/>
                <a:moveTo>
                  <a:pt x="732" y="202"/>
                </a:moveTo>
                <a:cubicBezTo>
                  <a:pt x="741" y="248"/>
                  <a:pt x="791" y="276"/>
                  <a:pt x="840" y="263"/>
                </a:cubicBezTo>
                <a:cubicBezTo>
                  <a:pt x="923" y="240"/>
                  <a:pt x="954" y="135"/>
                  <a:pt x="896" y="70"/>
                </a:cubicBezTo>
                <a:cubicBezTo>
                  <a:pt x="878" y="51"/>
                  <a:pt x="857" y="45"/>
                  <a:pt x="832" y="55"/>
                </a:cubicBezTo>
                <a:cubicBezTo>
                  <a:pt x="798" y="68"/>
                  <a:pt x="772" y="91"/>
                  <a:pt x="755" y="123"/>
                </a:cubicBezTo>
                <a:cubicBezTo>
                  <a:pt x="747" y="137"/>
                  <a:pt x="744" y="151"/>
                  <a:pt x="750" y="167"/>
                </a:cubicBezTo>
                <a:cubicBezTo>
                  <a:pt x="756" y="186"/>
                  <a:pt x="752" y="195"/>
                  <a:pt x="732" y="202"/>
                </a:cubicBezTo>
                <a:close/>
                <a:moveTo>
                  <a:pt x="1987" y="1294"/>
                </a:moveTo>
                <a:cubicBezTo>
                  <a:pt x="1991" y="1322"/>
                  <a:pt x="2002" y="1348"/>
                  <a:pt x="2027" y="1366"/>
                </a:cubicBezTo>
                <a:cubicBezTo>
                  <a:pt x="2060" y="1391"/>
                  <a:pt x="2097" y="1387"/>
                  <a:pt x="2124" y="1356"/>
                </a:cubicBezTo>
                <a:cubicBezTo>
                  <a:pt x="2140" y="1340"/>
                  <a:pt x="2150" y="1320"/>
                  <a:pt x="2155" y="1298"/>
                </a:cubicBezTo>
                <a:cubicBezTo>
                  <a:pt x="2162" y="1263"/>
                  <a:pt x="2134" y="1234"/>
                  <a:pt x="2099" y="1239"/>
                </a:cubicBezTo>
                <a:cubicBezTo>
                  <a:pt x="2074" y="1243"/>
                  <a:pt x="2052" y="1257"/>
                  <a:pt x="2031" y="1269"/>
                </a:cubicBezTo>
                <a:cubicBezTo>
                  <a:pt x="2017" y="1277"/>
                  <a:pt x="2003" y="1285"/>
                  <a:pt x="1987" y="129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104;p17"/>
          <p:cNvGrpSpPr/>
          <p:nvPr/>
        </p:nvGrpSpPr>
        <p:grpSpPr>
          <a:xfrm>
            <a:off x="-2850132" y="-477313"/>
            <a:ext cx="15020010" cy="7396957"/>
            <a:chOff x="-2850132" y="-477313"/>
            <a:chExt cx="15020010" cy="7396957"/>
          </a:xfrm>
        </p:grpSpPr>
        <p:sp>
          <p:nvSpPr>
            <p:cNvPr id="105" name="Google Shape;105;p17"/>
            <p:cNvSpPr/>
            <p:nvPr/>
          </p:nvSpPr>
          <p:spPr>
            <a:xfrm flipH="1">
              <a:off x="8010853" y="-477313"/>
              <a:ext cx="4159025" cy="2753726"/>
            </a:xfrm>
            <a:custGeom>
              <a:rect b="b" l="l" r="r" t="t"/>
              <a:pathLst>
                <a:path extrusionOk="0" h="967" w="1458">
                  <a:moveTo>
                    <a:pt x="991" y="178"/>
                  </a:moveTo>
                  <a:cubicBezTo>
                    <a:pt x="991" y="178"/>
                    <a:pt x="876" y="322"/>
                    <a:pt x="438" y="443"/>
                  </a:cubicBezTo>
                  <a:cubicBezTo>
                    <a:pt x="0" y="564"/>
                    <a:pt x="248" y="944"/>
                    <a:pt x="501" y="910"/>
                  </a:cubicBezTo>
                  <a:cubicBezTo>
                    <a:pt x="755" y="875"/>
                    <a:pt x="1147" y="967"/>
                    <a:pt x="1302" y="789"/>
                  </a:cubicBezTo>
                  <a:cubicBezTo>
                    <a:pt x="1458" y="610"/>
                    <a:pt x="1417" y="103"/>
                    <a:pt x="1268" y="52"/>
                  </a:cubicBezTo>
                  <a:cubicBezTo>
                    <a:pt x="1118" y="0"/>
                    <a:pt x="991" y="178"/>
                    <a:pt x="991" y="1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7"/>
            <p:cNvSpPr/>
            <p:nvPr/>
          </p:nvSpPr>
          <p:spPr>
            <a:xfrm rot="10800000">
              <a:off x="-2850132" y="3434979"/>
              <a:ext cx="4843200" cy="3484665"/>
            </a:xfrm>
            <a:custGeom>
              <a:rect b="b" l="l" r="r" t="t"/>
              <a:pathLst>
                <a:path extrusionOk="0" h="1837" w="2548">
                  <a:moveTo>
                    <a:pt x="931" y="198"/>
                  </a:moveTo>
                  <a:cubicBezTo>
                    <a:pt x="931" y="198"/>
                    <a:pt x="537" y="220"/>
                    <a:pt x="317" y="374"/>
                  </a:cubicBezTo>
                  <a:cubicBezTo>
                    <a:pt x="98" y="527"/>
                    <a:pt x="0" y="878"/>
                    <a:pt x="153" y="1092"/>
                  </a:cubicBezTo>
                  <a:cubicBezTo>
                    <a:pt x="306" y="1305"/>
                    <a:pt x="487" y="1037"/>
                    <a:pt x="674" y="1168"/>
                  </a:cubicBezTo>
                  <a:cubicBezTo>
                    <a:pt x="860" y="1300"/>
                    <a:pt x="821" y="1443"/>
                    <a:pt x="821" y="1557"/>
                  </a:cubicBezTo>
                  <a:cubicBezTo>
                    <a:pt x="821" y="1776"/>
                    <a:pt x="975" y="1837"/>
                    <a:pt x="1150" y="1787"/>
                  </a:cubicBezTo>
                  <a:cubicBezTo>
                    <a:pt x="1326" y="1738"/>
                    <a:pt x="1429" y="1482"/>
                    <a:pt x="1649" y="1535"/>
                  </a:cubicBezTo>
                  <a:cubicBezTo>
                    <a:pt x="2032" y="1629"/>
                    <a:pt x="2548" y="1519"/>
                    <a:pt x="2021" y="735"/>
                  </a:cubicBezTo>
                  <a:cubicBezTo>
                    <a:pt x="1528" y="0"/>
                    <a:pt x="931" y="198"/>
                    <a:pt x="931" y="1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9" name="Google Shape;109;p18"/>
          <p:cNvSpPr txBox="1"/>
          <p:nvPr>
            <p:ph idx="1" type="subTitle"/>
          </p:nvPr>
        </p:nvSpPr>
        <p:spPr>
          <a:xfrm>
            <a:off x="937625" y="2330733"/>
            <a:ext cx="2175300" cy="16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2" type="subTitle"/>
          </p:nvPr>
        </p:nvSpPr>
        <p:spPr>
          <a:xfrm>
            <a:off x="3484347" y="2330733"/>
            <a:ext cx="2175300" cy="16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1" name="Google Shape;111;p18"/>
          <p:cNvSpPr txBox="1"/>
          <p:nvPr>
            <p:ph idx="3" type="subTitle"/>
          </p:nvPr>
        </p:nvSpPr>
        <p:spPr>
          <a:xfrm>
            <a:off x="6031075" y="2330733"/>
            <a:ext cx="2175300" cy="16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2" name="Google Shape;112;p18"/>
          <p:cNvSpPr txBox="1"/>
          <p:nvPr>
            <p:ph idx="4" type="subTitle"/>
          </p:nvPr>
        </p:nvSpPr>
        <p:spPr>
          <a:xfrm>
            <a:off x="937625" y="1577600"/>
            <a:ext cx="2175300" cy="7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3" name="Google Shape;113;p18"/>
          <p:cNvSpPr txBox="1"/>
          <p:nvPr>
            <p:ph idx="5" type="subTitle"/>
          </p:nvPr>
        </p:nvSpPr>
        <p:spPr>
          <a:xfrm>
            <a:off x="3484350" y="1577600"/>
            <a:ext cx="2175300" cy="7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Raleway"/>
              <a:buNone/>
              <a:defRPr sz="20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6" type="subTitle"/>
          </p:nvPr>
        </p:nvSpPr>
        <p:spPr>
          <a:xfrm>
            <a:off x="6031075" y="1577600"/>
            <a:ext cx="2175300" cy="7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15" name="Google Shape;115;p18"/>
          <p:cNvGrpSpPr/>
          <p:nvPr/>
        </p:nvGrpSpPr>
        <p:grpSpPr>
          <a:xfrm>
            <a:off x="-664304" y="-1547674"/>
            <a:ext cx="11755652" cy="6907767"/>
            <a:chOff x="-664304" y="-1547674"/>
            <a:chExt cx="11755652" cy="6907767"/>
          </a:xfrm>
        </p:grpSpPr>
        <p:sp>
          <p:nvSpPr>
            <p:cNvPr id="116" name="Google Shape;116;p18"/>
            <p:cNvSpPr/>
            <p:nvPr/>
          </p:nvSpPr>
          <p:spPr>
            <a:xfrm flipH="1" rot="5400008">
              <a:off x="-1696985" y="3096912"/>
              <a:ext cx="3295866" cy="1230495"/>
            </a:xfrm>
            <a:custGeom>
              <a:rect b="b" l="l" r="r" t="t"/>
              <a:pathLst>
                <a:path extrusionOk="0" h="1132" w="3027">
                  <a:moveTo>
                    <a:pt x="0" y="965"/>
                  </a:moveTo>
                  <a:cubicBezTo>
                    <a:pt x="0" y="965"/>
                    <a:pt x="0" y="964"/>
                    <a:pt x="0" y="964"/>
                  </a:cubicBezTo>
                  <a:cubicBezTo>
                    <a:pt x="0" y="963"/>
                    <a:pt x="0" y="962"/>
                    <a:pt x="0" y="961"/>
                  </a:cubicBezTo>
                  <a:cubicBezTo>
                    <a:pt x="9" y="913"/>
                    <a:pt x="16" y="864"/>
                    <a:pt x="25" y="816"/>
                  </a:cubicBezTo>
                  <a:cubicBezTo>
                    <a:pt x="38" y="742"/>
                    <a:pt x="52" y="667"/>
                    <a:pt x="66" y="592"/>
                  </a:cubicBezTo>
                  <a:cubicBezTo>
                    <a:pt x="85" y="488"/>
                    <a:pt x="107" y="385"/>
                    <a:pt x="131" y="282"/>
                  </a:cubicBezTo>
                  <a:cubicBezTo>
                    <a:pt x="145" y="222"/>
                    <a:pt x="161" y="162"/>
                    <a:pt x="180" y="104"/>
                  </a:cubicBezTo>
                  <a:cubicBezTo>
                    <a:pt x="189" y="77"/>
                    <a:pt x="198" y="51"/>
                    <a:pt x="212" y="27"/>
                  </a:cubicBezTo>
                  <a:cubicBezTo>
                    <a:pt x="216" y="20"/>
                    <a:pt x="221" y="14"/>
                    <a:pt x="226" y="8"/>
                  </a:cubicBezTo>
                  <a:cubicBezTo>
                    <a:pt x="234" y="0"/>
                    <a:pt x="242" y="1"/>
                    <a:pt x="249" y="10"/>
                  </a:cubicBezTo>
                  <a:cubicBezTo>
                    <a:pt x="284" y="54"/>
                    <a:pt x="325" y="91"/>
                    <a:pt x="371" y="123"/>
                  </a:cubicBezTo>
                  <a:cubicBezTo>
                    <a:pt x="435" y="168"/>
                    <a:pt x="503" y="202"/>
                    <a:pt x="580" y="217"/>
                  </a:cubicBezTo>
                  <a:cubicBezTo>
                    <a:pt x="621" y="225"/>
                    <a:pt x="663" y="226"/>
                    <a:pt x="704" y="219"/>
                  </a:cubicBezTo>
                  <a:cubicBezTo>
                    <a:pt x="774" y="207"/>
                    <a:pt x="844" y="194"/>
                    <a:pt x="914" y="183"/>
                  </a:cubicBezTo>
                  <a:cubicBezTo>
                    <a:pt x="960" y="176"/>
                    <a:pt x="1006" y="170"/>
                    <a:pt x="1052" y="166"/>
                  </a:cubicBezTo>
                  <a:cubicBezTo>
                    <a:pt x="1093" y="162"/>
                    <a:pt x="1135" y="159"/>
                    <a:pt x="1176" y="158"/>
                  </a:cubicBezTo>
                  <a:cubicBezTo>
                    <a:pt x="1247" y="155"/>
                    <a:pt x="1318" y="158"/>
                    <a:pt x="1389" y="171"/>
                  </a:cubicBezTo>
                  <a:cubicBezTo>
                    <a:pt x="1443" y="181"/>
                    <a:pt x="1495" y="197"/>
                    <a:pt x="1544" y="222"/>
                  </a:cubicBezTo>
                  <a:cubicBezTo>
                    <a:pt x="1585" y="243"/>
                    <a:pt x="1622" y="269"/>
                    <a:pt x="1651" y="305"/>
                  </a:cubicBezTo>
                  <a:cubicBezTo>
                    <a:pt x="1668" y="326"/>
                    <a:pt x="1681" y="350"/>
                    <a:pt x="1685" y="377"/>
                  </a:cubicBezTo>
                  <a:cubicBezTo>
                    <a:pt x="1688" y="402"/>
                    <a:pt x="1681" y="423"/>
                    <a:pt x="1658" y="436"/>
                  </a:cubicBezTo>
                  <a:cubicBezTo>
                    <a:pt x="1653" y="439"/>
                    <a:pt x="1648" y="443"/>
                    <a:pt x="1643" y="447"/>
                  </a:cubicBezTo>
                  <a:cubicBezTo>
                    <a:pt x="1607" y="480"/>
                    <a:pt x="1587" y="521"/>
                    <a:pt x="1584" y="570"/>
                  </a:cubicBezTo>
                  <a:cubicBezTo>
                    <a:pt x="1583" y="595"/>
                    <a:pt x="1589" y="619"/>
                    <a:pt x="1605" y="639"/>
                  </a:cubicBezTo>
                  <a:cubicBezTo>
                    <a:pt x="1630" y="669"/>
                    <a:pt x="1663" y="682"/>
                    <a:pt x="1701" y="686"/>
                  </a:cubicBezTo>
                  <a:cubicBezTo>
                    <a:pt x="1732" y="688"/>
                    <a:pt x="1763" y="683"/>
                    <a:pt x="1793" y="675"/>
                  </a:cubicBezTo>
                  <a:cubicBezTo>
                    <a:pt x="1837" y="665"/>
                    <a:pt x="1880" y="650"/>
                    <a:pt x="1923" y="636"/>
                  </a:cubicBezTo>
                  <a:cubicBezTo>
                    <a:pt x="1984" y="616"/>
                    <a:pt x="2046" y="595"/>
                    <a:pt x="2111" y="583"/>
                  </a:cubicBezTo>
                  <a:cubicBezTo>
                    <a:pt x="2161" y="574"/>
                    <a:pt x="2212" y="571"/>
                    <a:pt x="2263" y="578"/>
                  </a:cubicBezTo>
                  <a:cubicBezTo>
                    <a:pt x="2313" y="585"/>
                    <a:pt x="2359" y="601"/>
                    <a:pt x="2403" y="627"/>
                  </a:cubicBezTo>
                  <a:cubicBezTo>
                    <a:pt x="2456" y="660"/>
                    <a:pt x="2498" y="704"/>
                    <a:pt x="2533" y="756"/>
                  </a:cubicBezTo>
                  <a:cubicBezTo>
                    <a:pt x="2562" y="799"/>
                    <a:pt x="2584" y="846"/>
                    <a:pt x="2604" y="894"/>
                  </a:cubicBezTo>
                  <a:cubicBezTo>
                    <a:pt x="2610" y="908"/>
                    <a:pt x="2616" y="921"/>
                    <a:pt x="2625" y="933"/>
                  </a:cubicBezTo>
                  <a:cubicBezTo>
                    <a:pt x="2646" y="961"/>
                    <a:pt x="2672" y="983"/>
                    <a:pt x="2701" y="1003"/>
                  </a:cubicBezTo>
                  <a:cubicBezTo>
                    <a:pt x="2787" y="1063"/>
                    <a:pt x="2883" y="1101"/>
                    <a:pt x="2985" y="1123"/>
                  </a:cubicBezTo>
                  <a:cubicBezTo>
                    <a:pt x="2999" y="1127"/>
                    <a:pt x="3013" y="1129"/>
                    <a:pt x="3027" y="1132"/>
                  </a:cubicBezTo>
                  <a:cubicBezTo>
                    <a:pt x="3023" y="1132"/>
                    <a:pt x="3018" y="1132"/>
                    <a:pt x="3014" y="1132"/>
                  </a:cubicBezTo>
                  <a:cubicBezTo>
                    <a:pt x="2981" y="1130"/>
                    <a:pt x="2949" y="1128"/>
                    <a:pt x="2916" y="1126"/>
                  </a:cubicBezTo>
                  <a:cubicBezTo>
                    <a:pt x="2885" y="1124"/>
                    <a:pt x="2854" y="1123"/>
                    <a:pt x="2823" y="1121"/>
                  </a:cubicBezTo>
                  <a:cubicBezTo>
                    <a:pt x="2790" y="1119"/>
                    <a:pt x="2758" y="1117"/>
                    <a:pt x="2726" y="1116"/>
                  </a:cubicBezTo>
                  <a:cubicBezTo>
                    <a:pt x="2700" y="1114"/>
                    <a:pt x="2675" y="1113"/>
                    <a:pt x="2649" y="1112"/>
                  </a:cubicBezTo>
                  <a:cubicBezTo>
                    <a:pt x="2617" y="1110"/>
                    <a:pt x="2584" y="1108"/>
                    <a:pt x="2551" y="1106"/>
                  </a:cubicBezTo>
                  <a:cubicBezTo>
                    <a:pt x="2520" y="1104"/>
                    <a:pt x="2489" y="1103"/>
                    <a:pt x="2458" y="1101"/>
                  </a:cubicBezTo>
                  <a:cubicBezTo>
                    <a:pt x="2426" y="1099"/>
                    <a:pt x="2393" y="1097"/>
                    <a:pt x="2360" y="1096"/>
                  </a:cubicBezTo>
                  <a:cubicBezTo>
                    <a:pt x="2329" y="1094"/>
                    <a:pt x="2298" y="1092"/>
                    <a:pt x="2267" y="1090"/>
                  </a:cubicBezTo>
                  <a:cubicBezTo>
                    <a:pt x="2234" y="1089"/>
                    <a:pt x="2202" y="1087"/>
                    <a:pt x="2169" y="1085"/>
                  </a:cubicBezTo>
                  <a:cubicBezTo>
                    <a:pt x="2144" y="1084"/>
                    <a:pt x="2119" y="1082"/>
                    <a:pt x="2093" y="1081"/>
                  </a:cubicBezTo>
                  <a:cubicBezTo>
                    <a:pt x="2061" y="1079"/>
                    <a:pt x="2029" y="1077"/>
                    <a:pt x="1997" y="1075"/>
                  </a:cubicBezTo>
                  <a:cubicBezTo>
                    <a:pt x="1965" y="1074"/>
                    <a:pt x="1934" y="1072"/>
                    <a:pt x="1902" y="1070"/>
                  </a:cubicBezTo>
                  <a:cubicBezTo>
                    <a:pt x="1870" y="1068"/>
                    <a:pt x="1837" y="1067"/>
                    <a:pt x="1804" y="1065"/>
                  </a:cubicBezTo>
                  <a:cubicBezTo>
                    <a:pt x="1773" y="1063"/>
                    <a:pt x="1742" y="1061"/>
                    <a:pt x="1711" y="1060"/>
                  </a:cubicBezTo>
                  <a:cubicBezTo>
                    <a:pt x="1679" y="1058"/>
                    <a:pt x="1646" y="1056"/>
                    <a:pt x="1613" y="1054"/>
                  </a:cubicBezTo>
                  <a:cubicBezTo>
                    <a:pt x="1582" y="1052"/>
                    <a:pt x="1551" y="1051"/>
                    <a:pt x="1520" y="1049"/>
                  </a:cubicBezTo>
                  <a:cubicBezTo>
                    <a:pt x="1488" y="1047"/>
                    <a:pt x="1455" y="1045"/>
                    <a:pt x="1422" y="1044"/>
                  </a:cubicBezTo>
                  <a:cubicBezTo>
                    <a:pt x="1397" y="1042"/>
                    <a:pt x="1372" y="1041"/>
                    <a:pt x="1346" y="1039"/>
                  </a:cubicBezTo>
                  <a:cubicBezTo>
                    <a:pt x="1314" y="1038"/>
                    <a:pt x="1282" y="1036"/>
                    <a:pt x="1249" y="1034"/>
                  </a:cubicBezTo>
                  <a:cubicBezTo>
                    <a:pt x="1224" y="1033"/>
                    <a:pt x="1198" y="1031"/>
                    <a:pt x="1173" y="1030"/>
                  </a:cubicBezTo>
                  <a:cubicBezTo>
                    <a:pt x="1140" y="1028"/>
                    <a:pt x="1107" y="1026"/>
                    <a:pt x="1075" y="1024"/>
                  </a:cubicBezTo>
                  <a:cubicBezTo>
                    <a:pt x="1049" y="1023"/>
                    <a:pt x="1024" y="1022"/>
                    <a:pt x="999" y="1020"/>
                  </a:cubicBezTo>
                  <a:cubicBezTo>
                    <a:pt x="966" y="1018"/>
                    <a:pt x="934" y="1017"/>
                    <a:pt x="902" y="1015"/>
                  </a:cubicBezTo>
                  <a:cubicBezTo>
                    <a:pt x="876" y="1013"/>
                    <a:pt x="851" y="1012"/>
                    <a:pt x="825" y="1011"/>
                  </a:cubicBezTo>
                  <a:cubicBezTo>
                    <a:pt x="793" y="1009"/>
                    <a:pt x="760" y="1007"/>
                    <a:pt x="727" y="1005"/>
                  </a:cubicBezTo>
                  <a:cubicBezTo>
                    <a:pt x="702" y="1004"/>
                    <a:pt x="677" y="1002"/>
                    <a:pt x="652" y="1001"/>
                  </a:cubicBezTo>
                  <a:cubicBezTo>
                    <a:pt x="619" y="999"/>
                    <a:pt x="587" y="997"/>
                    <a:pt x="554" y="996"/>
                  </a:cubicBezTo>
                  <a:cubicBezTo>
                    <a:pt x="529" y="994"/>
                    <a:pt x="503" y="993"/>
                    <a:pt x="478" y="991"/>
                  </a:cubicBezTo>
                  <a:cubicBezTo>
                    <a:pt x="445" y="990"/>
                    <a:pt x="413" y="988"/>
                    <a:pt x="381" y="986"/>
                  </a:cubicBezTo>
                  <a:cubicBezTo>
                    <a:pt x="355" y="985"/>
                    <a:pt x="330" y="983"/>
                    <a:pt x="304" y="982"/>
                  </a:cubicBezTo>
                  <a:cubicBezTo>
                    <a:pt x="272" y="980"/>
                    <a:pt x="240" y="978"/>
                    <a:pt x="208" y="976"/>
                  </a:cubicBezTo>
                  <a:cubicBezTo>
                    <a:pt x="176" y="975"/>
                    <a:pt x="145" y="973"/>
                    <a:pt x="114" y="971"/>
                  </a:cubicBezTo>
                  <a:cubicBezTo>
                    <a:pt x="76" y="969"/>
                    <a:pt x="38" y="967"/>
                    <a:pt x="0" y="96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8"/>
            <p:cNvSpPr/>
            <p:nvPr/>
          </p:nvSpPr>
          <p:spPr>
            <a:xfrm>
              <a:off x="7088631" y="-1547674"/>
              <a:ext cx="4002717" cy="2879952"/>
            </a:xfrm>
            <a:custGeom>
              <a:rect b="b" l="l" r="r" t="t"/>
              <a:pathLst>
                <a:path extrusionOk="0" h="1837" w="2548">
                  <a:moveTo>
                    <a:pt x="931" y="198"/>
                  </a:moveTo>
                  <a:cubicBezTo>
                    <a:pt x="931" y="198"/>
                    <a:pt x="537" y="220"/>
                    <a:pt x="317" y="374"/>
                  </a:cubicBezTo>
                  <a:cubicBezTo>
                    <a:pt x="98" y="527"/>
                    <a:pt x="0" y="878"/>
                    <a:pt x="153" y="1092"/>
                  </a:cubicBezTo>
                  <a:cubicBezTo>
                    <a:pt x="306" y="1305"/>
                    <a:pt x="487" y="1037"/>
                    <a:pt x="674" y="1168"/>
                  </a:cubicBezTo>
                  <a:cubicBezTo>
                    <a:pt x="860" y="1300"/>
                    <a:pt x="821" y="1443"/>
                    <a:pt x="821" y="1557"/>
                  </a:cubicBezTo>
                  <a:cubicBezTo>
                    <a:pt x="821" y="1776"/>
                    <a:pt x="975" y="1837"/>
                    <a:pt x="1150" y="1787"/>
                  </a:cubicBezTo>
                  <a:cubicBezTo>
                    <a:pt x="1326" y="1738"/>
                    <a:pt x="1429" y="1482"/>
                    <a:pt x="1649" y="1535"/>
                  </a:cubicBezTo>
                  <a:cubicBezTo>
                    <a:pt x="2032" y="1629"/>
                    <a:pt x="2548" y="1519"/>
                    <a:pt x="2021" y="735"/>
                  </a:cubicBezTo>
                  <a:cubicBezTo>
                    <a:pt x="1528" y="0"/>
                    <a:pt x="931" y="198"/>
                    <a:pt x="931" y="1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0" name="Google Shape;120;p19"/>
          <p:cNvSpPr txBox="1"/>
          <p:nvPr>
            <p:ph idx="1" type="subTitle"/>
          </p:nvPr>
        </p:nvSpPr>
        <p:spPr>
          <a:xfrm>
            <a:off x="1430436" y="1306475"/>
            <a:ext cx="29670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0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1" name="Google Shape;121;p19"/>
          <p:cNvSpPr txBox="1"/>
          <p:nvPr>
            <p:ph idx="2" type="subTitle"/>
          </p:nvPr>
        </p:nvSpPr>
        <p:spPr>
          <a:xfrm>
            <a:off x="1430438" y="1832375"/>
            <a:ext cx="29670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3" type="subTitle"/>
          </p:nvPr>
        </p:nvSpPr>
        <p:spPr>
          <a:xfrm>
            <a:off x="4746564" y="1832375"/>
            <a:ext cx="29670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4" type="subTitle"/>
          </p:nvPr>
        </p:nvSpPr>
        <p:spPr>
          <a:xfrm>
            <a:off x="1430438" y="3428300"/>
            <a:ext cx="29670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4" name="Google Shape;124;p19"/>
          <p:cNvSpPr txBox="1"/>
          <p:nvPr>
            <p:ph idx="5" type="subTitle"/>
          </p:nvPr>
        </p:nvSpPr>
        <p:spPr>
          <a:xfrm>
            <a:off x="4746564" y="3428300"/>
            <a:ext cx="29670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5" name="Google Shape;125;p19"/>
          <p:cNvSpPr txBox="1"/>
          <p:nvPr>
            <p:ph idx="6" type="subTitle"/>
          </p:nvPr>
        </p:nvSpPr>
        <p:spPr>
          <a:xfrm>
            <a:off x="1430436" y="2902400"/>
            <a:ext cx="29670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0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6" name="Google Shape;126;p19"/>
          <p:cNvSpPr txBox="1"/>
          <p:nvPr>
            <p:ph idx="7" type="subTitle"/>
          </p:nvPr>
        </p:nvSpPr>
        <p:spPr>
          <a:xfrm>
            <a:off x="4746561" y="1306475"/>
            <a:ext cx="29670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0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7" name="Google Shape;127;p19"/>
          <p:cNvSpPr txBox="1"/>
          <p:nvPr>
            <p:ph idx="8" type="subTitle"/>
          </p:nvPr>
        </p:nvSpPr>
        <p:spPr>
          <a:xfrm>
            <a:off x="4746561" y="2902400"/>
            <a:ext cx="29670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0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8" name="Google Shape;128;p19"/>
          <p:cNvSpPr/>
          <p:nvPr/>
        </p:nvSpPr>
        <p:spPr>
          <a:xfrm flipH="1" rot="6915782">
            <a:off x="-1775735" y="-1173837"/>
            <a:ext cx="4159024" cy="2753725"/>
          </a:xfrm>
          <a:custGeom>
            <a:rect b="b" l="l" r="r" t="t"/>
            <a:pathLst>
              <a:path extrusionOk="0" h="967" w="1458">
                <a:moveTo>
                  <a:pt x="991" y="178"/>
                </a:moveTo>
                <a:cubicBezTo>
                  <a:pt x="991" y="178"/>
                  <a:pt x="876" y="322"/>
                  <a:pt x="438" y="443"/>
                </a:cubicBezTo>
                <a:cubicBezTo>
                  <a:pt x="0" y="564"/>
                  <a:pt x="248" y="944"/>
                  <a:pt x="501" y="910"/>
                </a:cubicBezTo>
                <a:cubicBezTo>
                  <a:pt x="755" y="875"/>
                  <a:pt x="1147" y="967"/>
                  <a:pt x="1302" y="789"/>
                </a:cubicBezTo>
                <a:cubicBezTo>
                  <a:pt x="1458" y="610"/>
                  <a:pt x="1417" y="103"/>
                  <a:pt x="1268" y="52"/>
                </a:cubicBezTo>
                <a:cubicBezTo>
                  <a:pt x="1118" y="0"/>
                  <a:pt x="991" y="178"/>
                  <a:pt x="991" y="17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6231102" y="3487487"/>
            <a:ext cx="4159025" cy="2753726"/>
          </a:xfrm>
          <a:custGeom>
            <a:rect b="b" l="l" r="r" t="t"/>
            <a:pathLst>
              <a:path extrusionOk="0" h="967" w="1458">
                <a:moveTo>
                  <a:pt x="991" y="178"/>
                </a:moveTo>
                <a:cubicBezTo>
                  <a:pt x="991" y="178"/>
                  <a:pt x="876" y="322"/>
                  <a:pt x="438" y="443"/>
                </a:cubicBezTo>
                <a:cubicBezTo>
                  <a:pt x="0" y="564"/>
                  <a:pt x="248" y="944"/>
                  <a:pt x="501" y="910"/>
                </a:cubicBezTo>
                <a:cubicBezTo>
                  <a:pt x="755" y="875"/>
                  <a:pt x="1147" y="967"/>
                  <a:pt x="1302" y="789"/>
                </a:cubicBezTo>
                <a:cubicBezTo>
                  <a:pt x="1458" y="610"/>
                  <a:pt x="1417" y="103"/>
                  <a:pt x="1268" y="52"/>
                </a:cubicBezTo>
                <a:cubicBezTo>
                  <a:pt x="1118" y="0"/>
                  <a:pt x="991" y="178"/>
                  <a:pt x="991" y="17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9"/>
          <p:cNvSpPr/>
          <p:nvPr/>
        </p:nvSpPr>
        <p:spPr>
          <a:xfrm rot="-7885373">
            <a:off x="-2487900" y="4600933"/>
            <a:ext cx="6762654" cy="1013931"/>
          </a:xfrm>
          <a:custGeom>
            <a:rect b="b" l="l" r="r" t="t"/>
            <a:pathLst>
              <a:path extrusionOk="0" h="967" w="6438">
                <a:moveTo>
                  <a:pt x="2054" y="967"/>
                </a:moveTo>
                <a:cubicBezTo>
                  <a:pt x="2006" y="967"/>
                  <a:pt x="1969" y="958"/>
                  <a:pt x="1950" y="934"/>
                </a:cubicBezTo>
                <a:cubicBezTo>
                  <a:pt x="1928" y="905"/>
                  <a:pt x="1936" y="861"/>
                  <a:pt x="1973" y="804"/>
                </a:cubicBezTo>
                <a:cubicBezTo>
                  <a:pt x="1997" y="768"/>
                  <a:pt x="2050" y="718"/>
                  <a:pt x="2110" y="661"/>
                </a:cubicBezTo>
                <a:cubicBezTo>
                  <a:pt x="2248" y="531"/>
                  <a:pt x="2436" y="354"/>
                  <a:pt x="2392" y="225"/>
                </a:cubicBezTo>
                <a:cubicBezTo>
                  <a:pt x="2358" y="130"/>
                  <a:pt x="2197" y="69"/>
                  <a:pt x="1913" y="45"/>
                </a:cubicBezTo>
                <a:cubicBezTo>
                  <a:pt x="1393" y="0"/>
                  <a:pt x="906" y="113"/>
                  <a:pt x="589" y="215"/>
                </a:cubicBezTo>
                <a:cubicBezTo>
                  <a:pt x="245" y="325"/>
                  <a:pt x="22" y="448"/>
                  <a:pt x="19" y="449"/>
                </a:cubicBezTo>
                <a:cubicBezTo>
                  <a:pt x="14" y="453"/>
                  <a:pt x="6" y="450"/>
                  <a:pt x="3" y="445"/>
                </a:cubicBezTo>
                <a:cubicBezTo>
                  <a:pt x="0" y="439"/>
                  <a:pt x="2" y="432"/>
                  <a:pt x="8" y="428"/>
                </a:cubicBezTo>
                <a:cubicBezTo>
                  <a:pt x="10" y="427"/>
                  <a:pt x="235" y="303"/>
                  <a:pt x="581" y="192"/>
                </a:cubicBezTo>
                <a:cubicBezTo>
                  <a:pt x="784" y="127"/>
                  <a:pt x="989" y="78"/>
                  <a:pt x="1189" y="48"/>
                </a:cubicBezTo>
                <a:cubicBezTo>
                  <a:pt x="1440" y="10"/>
                  <a:pt x="1684" y="1"/>
                  <a:pt x="1915" y="21"/>
                </a:cubicBezTo>
                <a:cubicBezTo>
                  <a:pt x="2214" y="46"/>
                  <a:pt x="2377" y="111"/>
                  <a:pt x="2414" y="218"/>
                </a:cubicBezTo>
                <a:cubicBezTo>
                  <a:pt x="2464" y="360"/>
                  <a:pt x="2277" y="537"/>
                  <a:pt x="2127" y="678"/>
                </a:cubicBezTo>
                <a:cubicBezTo>
                  <a:pt x="2067" y="735"/>
                  <a:pt x="2016" y="783"/>
                  <a:pt x="1994" y="817"/>
                </a:cubicBezTo>
                <a:cubicBezTo>
                  <a:pt x="1972" y="850"/>
                  <a:pt x="1951" y="894"/>
                  <a:pt x="1969" y="919"/>
                </a:cubicBezTo>
                <a:cubicBezTo>
                  <a:pt x="2003" y="963"/>
                  <a:pt x="2152" y="947"/>
                  <a:pt x="2369" y="877"/>
                </a:cubicBezTo>
                <a:cubicBezTo>
                  <a:pt x="2383" y="872"/>
                  <a:pt x="2397" y="867"/>
                  <a:pt x="2413" y="862"/>
                </a:cubicBezTo>
                <a:cubicBezTo>
                  <a:pt x="2579" y="808"/>
                  <a:pt x="2858" y="716"/>
                  <a:pt x="3210" y="665"/>
                </a:cubicBezTo>
                <a:cubicBezTo>
                  <a:pt x="3634" y="603"/>
                  <a:pt x="4062" y="613"/>
                  <a:pt x="4483" y="695"/>
                </a:cubicBezTo>
                <a:cubicBezTo>
                  <a:pt x="5426" y="879"/>
                  <a:pt x="6132" y="889"/>
                  <a:pt x="6418" y="722"/>
                </a:cubicBezTo>
                <a:cubicBezTo>
                  <a:pt x="6424" y="719"/>
                  <a:pt x="6432" y="721"/>
                  <a:pt x="6435" y="727"/>
                </a:cubicBezTo>
                <a:cubicBezTo>
                  <a:pt x="6438" y="732"/>
                  <a:pt x="6436" y="740"/>
                  <a:pt x="6431" y="743"/>
                </a:cubicBezTo>
                <a:cubicBezTo>
                  <a:pt x="6292" y="824"/>
                  <a:pt x="6062" y="865"/>
                  <a:pt x="5747" y="865"/>
                </a:cubicBezTo>
                <a:cubicBezTo>
                  <a:pt x="5743" y="865"/>
                  <a:pt x="5738" y="864"/>
                  <a:pt x="5734" y="864"/>
                </a:cubicBezTo>
                <a:cubicBezTo>
                  <a:pt x="5392" y="863"/>
                  <a:pt x="4969" y="814"/>
                  <a:pt x="4478" y="718"/>
                </a:cubicBezTo>
                <a:cubicBezTo>
                  <a:pt x="3506" y="529"/>
                  <a:pt x="2773" y="769"/>
                  <a:pt x="2421" y="885"/>
                </a:cubicBezTo>
                <a:cubicBezTo>
                  <a:pt x="2405" y="890"/>
                  <a:pt x="2390" y="895"/>
                  <a:pt x="2376" y="900"/>
                </a:cubicBezTo>
                <a:cubicBezTo>
                  <a:pt x="2269" y="934"/>
                  <a:pt x="2144" y="967"/>
                  <a:pt x="2054" y="96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3" name="Google Shape;133;p20"/>
          <p:cNvSpPr txBox="1"/>
          <p:nvPr>
            <p:ph idx="1" type="subTitle"/>
          </p:nvPr>
        </p:nvSpPr>
        <p:spPr>
          <a:xfrm>
            <a:off x="948600" y="1633949"/>
            <a:ext cx="19860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4" name="Google Shape;134;p20"/>
          <p:cNvSpPr txBox="1"/>
          <p:nvPr>
            <p:ph idx="2" type="subTitle"/>
          </p:nvPr>
        </p:nvSpPr>
        <p:spPr>
          <a:xfrm>
            <a:off x="3579000" y="1633949"/>
            <a:ext cx="19860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5" name="Google Shape;135;p20"/>
          <p:cNvSpPr txBox="1"/>
          <p:nvPr>
            <p:ph idx="3" type="subTitle"/>
          </p:nvPr>
        </p:nvSpPr>
        <p:spPr>
          <a:xfrm>
            <a:off x="948600" y="3364250"/>
            <a:ext cx="19860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6" name="Google Shape;136;p20"/>
          <p:cNvSpPr txBox="1"/>
          <p:nvPr>
            <p:ph idx="4" type="subTitle"/>
          </p:nvPr>
        </p:nvSpPr>
        <p:spPr>
          <a:xfrm>
            <a:off x="3579000" y="3364250"/>
            <a:ext cx="19860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7" name="Google Shape;137;p20"/>
          <p:cNvSpPr txBox="1"/>
          <p:nvPr>
            <p:ph idx="5" type="subTitle"/>
          </p:nvPr>
        </p:nvSpPr>
        <p:spPr>
          <a:xfrm>
            <a:off x="6209400" y="1633949"/>
            <a:ext cx="19860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8" name="Google Shape;138;p20"/>
          <p:cNvSpPr txBox="1"/>
          <p:nvPr>
            <p:ph idx="6" type="subTitle"/>
          </p:nvPr>
        </p:nvSpPr>
        <p:spPr>
          <a:xfrm>
            <a:off x="6209400" y="3364250"/>
            <a:ext cx="19860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9" name="Google Shape;139;p20"/>
          <p:cNvSpPr txBox="1"/>
          <p:nvPr>
            <p:ph idx="7" type="subTitle"/>
          </p:nvPr>
        </p:nvSpPr>
        <p:spPr>
          <a:xfrm>
            <a:off x="948600" y="1260063"/>
            <a:ext cx="1984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40" name="Google Shape;140;p20"/>
          <p:cNvSpPr txBox="1"/>
          <p:nvPr>
            <p:ph idx="8" type="subTitle"/>
          </p:nvPr>
        </p:nvSpPr>
        <p:spPr>
          <a:xfrm>
            <a:off x="3579000" y="1260063"/>
            <a:ext cx="1984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41" name="Google Shape;141;p20"/>
          <p:cNvSpPr txBox="1"/>
          <p:nvPr>
            <p:ph idx="9" type="subTitle"/>
          </p:nvPr>
        </p:nvSpPr>
        <p:spPr>
          <a:xfrm>
            <a:off x="6211200" y="1260063"/>
            <a:ext cx="1984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42" name="Google Shape;142;p20"/>
          <p:cNvSpPr txBox="1"/>
          <p:nvPr>
            <p:ph idx="13" type="subTitle"/>
          </p:nvPr>
        </p:nvSpPr>
        <p:spPr>
          <a:xfrm>
            <a:off x="948600" y="2987150"/>
            <a:ext cx="1984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43" name="Google Shape;143;p20"/>
          <p:cNvSpPr txBox="1"/>
          <p:nvPr>
            <p:ph idx="14" type="subTitle"/>
          </p:nvPr>
        </p:nvSpPr>
        <p:spPr>
          <a:xfrm>
            <a:off x="3579000" y="2987150"/>
            <a:ext cx="1984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44" name="Google Shape;144;p20"/>
          <p:cNvSpPr txBox="1"/>
          <p:nvPr>
            <p:ph idx="15" type="subTitle"/>
          </p:nvPr>
        </p:nvSpPr>
        <p:spPr>
          <a:xfrm>
            <a:off x="6211200" y="2987150"/>
            <a:ext cx="1984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45" name="Google Shape;145;p20"/>
          <p:cNvGrpSpPr/>
          <p:nvPr/>
        </p:nvGrpSpPr>
        <p:grpSpPr>
          <a:xfrm>
            <a:off x="-2491394" y="-2347546"/>
            <a:ext cx="13926287" cy="8591749"/>
            <a:chOff x="-2491394" y="-2347546"/>
            <a:chExt cx="13926287" cy="8591749"/>
          </a:xfrm>
        </p:grpSpPr>
        <p:sp>
          <p:nvSpPr>
            <p:cNvPr id="146" name="Google Shape;146;p20"/>
            <p:cNvSpPr/>
            <p:nvPr/>
          </p:nvSpPr>
          <p:spPr>
            <a:xfrm flipH="1">
              <a:off x="6591693" y="-2347546"/>
              <a:ext cx="4843200" cy="3484665"/>
            </a:xfrm>
            <a:custGeom>
              <a:rect b="b" l="l" r="r" t="t"/>
              <a:pathLst>
                <a:path extrusionOk="0" h="1837" w="2548">
                  <a:moveTo>
                    <a:pt x="931" y="198"/>
                  </a:moveTo>
                  <a:cubicBezTo>
                    <a:pt x="931" y="198"/>
                    <a:pt x="537" y="220"/>
                    <a:pt x="317" y="374"/>
                  </a:cubicBezTo>
                  <a:cubicBezTo>
                    <a:pt x="98" y="527"/>
                    <a:pt x="0" y="878"/>
                    <a:pt x="153" y="1092"/>
                  </a:cubicBezTo>
                  <a:cubicBezTo>
                    <a:pt x="306" y="1305"/>
                    <a:pt x="487" y="1037"/>
                    <a:pt x="674" y="1168"/>
                  </a:cubicBezTo>
                  <a:cubicBezTo>
                    <a:pt x="860" y="1300"/>
                    <a:pt x="821" y="1443"/>
                    <a:pt x="821" y="1557"/>
                  </a:cubicBezTo>
                  <a:cubicBezTo>
                    <a:pt x="821" y="1776"/>
                    <a:pt x="975" y="1837"/>
                    <a:pt x="1150" y="1787"/>
                  </a:cubicBezTo>
                  <a:cubicBezTo>
                    <a:pt x="1326" y="1738"/>
                    <a:pt x="1429" y="1482"/>
                    <a:pt x="1649" y="1535"/>
                  </a:cubicBezTo>
                  <a:cubicBezTo>
                    <a:pt x="2032" y="1629"/>
                    <a:pt x="2548" y="1519"/>
                    <a:pt x="2021" y="735"/>
                  </a:cubicBezTo>
                  <a:cubicBezTo>
                    <a:pt x="1528" y="0"/>
                    <a:pt x="931" y="198"/>
                    <a:pt x="931" y="1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491394" y="3364251"/>
              <a:ext cx="4002717" cy="2879952"/>
            </a:xfrm>
            <a:custGeom>
              <a:rect b="b" l="l" r="r" t="t"/>
              <a:pathLst>
                <a:path extrusionOk="0" h="1837" w="2548">
                  <a:moveTo>
                    <a:pt x="931" y="198"/>
                  </a:moveTo>
                  <a:cubicBezTo>
                    <a:pt x="931" y="198"/>
                    <a:pt x="537" y="220"/>
                    <a:pt x="317" y="374"/>
                  </a:cubicBezTo>
                  <a:cubicBezTo>
                    <a:pt x="98" y="527"/>
                    <a:pt x="0" y="878"/>
                    <a:pt x="153" y="1092"/>
                  </a:cubicBezTo>
                  <a:cubicBezTo>
                    <a:pt x="306" y="1305"/>
                    <a:pt x="487" y="1037"/>
                    <a:pt x="674" y="1168"/>
                  </a:cubicBezTo>
                  <a:cubicBezTo>
                    <a:pt x="860" y="1300"/>
                    <a:pt x="821" y="1443"/>
                    <a:pt x="821" y="1557"/>
                  </a:cubicBezTo>
                  <a:cubicBezTo>
                    <a:pt x="821" y="1776"/>
                    <a:pt x="975" y="1837"/>
                    <a:pt x="1150" y="1787"/>
                  </a:cubicBezTo>
                  <a:cubicBezTo>
                    <a:pt x="1326" y="1738"/>
                    <a:pt x="1429" y="1482"/>
                    <a:pt x="1649" y="1535"/>
                  </a:cubicBezTo>
                  <a:cubicBezTo>
                    <a:pt x="2032" y="1629"/>
                    <a:pt x="2548" y="1519"/>
                    <a:pt x="2021" y="735"/>
                  </a:cubicBezTo>
                  <a:cubicBezTo>
                    <a:pt x="1528" y="0"/>
                    <a:pt x="931" y="198"/>
                    <a:pt x="931" y="1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8" name="Google Shape;148;p20"/>
          <p:cNvSpPr/>
          <p:nvPr/>
        </p:nvSpPr>
        <p:spPr>
          <a:xfrm flipH="1" rot="-2914627">
            <a:off x="4862425" y="4157758"/>
            <a:ext cx="6762654" cy="1013931"/>
          </a:xfrm>
          <a:custGeom>
            <a:rect b="b" l="l" r="r" t="t"/>
            <a:pathLst>
              <a:path extrusionOk="0" h="967" w="6438">
                <a:moveTo>
                  <a:pt x="2054" y="967"/>
                </a:moveTo>
                <a:cubicBezTo>
                  <a:pt x="2006" y="967"/>
                  <a:pt x="1969" y="958"/>
                  <a:pt x="1950" y="934"/>
                </a:cubicBezTo>
                <a:cubicBezTo>
                  <a:pt x="1928" y="905"/>
                  <a:pt x="1936" y="861"/>
                  <a:pt x="1973" y="804"/>
                </a:cubicBezTo>
                <a:cubicBezTo>
                  <a:pt x="1997" y="768"/>
                  <a:pt x="2050" y="718"/>
                  <a:pt x="2110" y="661"/>
                </a:cubicBezTo>
                <a:cubicBezTo>
                  <a:pt x="2248" y="531"/>
                  <a:pt x="2436" y="354"/>
                  <a:pt x="2392" y="225"/>
                </a:cubicBezTo>
                <a:cubicBezTo>
                  <a:pt x="2358" y="130"/>
                  <a:pt x="2197" y="69"/>
                  <a:pt x="1913" y="45"/>
                </a:cubicBezTo>
                <a:cubicBezTo>
                  <a:pt x="1393" y="0"/>
                  <a:pt x="906" y="113"/>
                  <a:pt x="589" y="215"/>
                </a:cubicBezTo>
                <a:cubicBezTo>
                  <a:pt x="245" y="325"/>
                  <a:pt x="22" y="448"/>
                  <a:pt x="19" y="449"/>
                </a:cubicBezTo>
                <a:cubicBezTo>
                  <a:pt x="14" y="453"/>
                  <a:pt x="6" y="450"/>
                  <a:pt x="3" y="445"/>
                </a:cubicBezTo>
                <a:cubicBezTo>
                  <a:pt x="0" y="439"/>
                  <a:pt x="2" y="432"/>
                  <a:pt x="8" y="428"/>
                </a:cubicBezTo>
                <a:cubicBezTo>
                  <a:pt x="10" y="427"/>
                  <a:pt x="235" y="303"/>
                  <a:pt x="581" y="192"/>
                </a:cubicBezTo>
                <a:cubicBezTo>
                  <a:pt x="784" y="127"/>
                  <a:pt x="989" y="78"/>
                  <a:pt x="1189" y="48"/>
                </a:cubicBezTo>
                <a:cubicBezTo>
                  <a:pt x="1440" y="10"/>
                  <a:pt x="1684" y="1"/>
                  <a:pt x="1915" y="21"/>
                </a:cubicBezTo>
                <a:cubicBezTo>
                  <a:pt x="2214" y="46"/>
                  <a:pt x="2377" y="111"/>
                  <a:pt x="2414" y="218"/>
                </a:cubicBezTo>
                <a:cubicBezTo>
                  <a:pt x="2464" y="360"/>
                  <a:pt x="2277" y="537"/>
                  <a:pt x="2127" y="678"/>
                </a:cubicBezTo>
                <a:cubicBezTo>
                  <a:pt x="2067" y="735"/>
                  <a:pt x="2016" y="783"/>
                  <a:pt x="1994" y="817"/>
                </a:cubicBezTo>
                <a:cubicBezTo>
                  <a:pt x="1972" y="850"/>
                  <a:pt x="1951" y="894"/>
                  <a:pt x="1969" y="919"/>
                </a:cubicBezTo>
                <a:cubicBezTo>
                  <a:pt x="2003" y="963"/>
                  <a:pt x="2152" y="947"/>
                  <a:pt x="2369" y="877"/>
                </a:cubicBezTo>
                <a:cubicBezTo>
                  <a:pt x="2383" y="872"/>
                  <a:pt x="2397" y="867"/>
                  <a:pt x="2413" y="862"/>
                </a:cubicBezTo>
                <a:cubicBezTo>
                  <a:pt x="2579" y="808"/>
                  <a:pt x="2858" y="716"/>
                  <a:pt x="3210" y="665"/>
                </a:cubicBezTo>
                <a:cubicBezTo>
                  <a:pt x="3634" y="603"/>
                  <a:pt x="4062" y="613"/>
                  <a:pt x="4483" y="695"/>
                </a:cubicBezTo>
                <a:cubicBezTo>
                  <a:pt x="5426" y="879"/>
                  <a:pt x="6132" y="889"/>
                  <a:pt x="6418" y="722"/>
                </a:cubicBezTo>
                <a:cubicBezTo>
                  <a:pt x="6424" y="719"/>
                  <a:pt x="6432" y="721"/>
                  <a:pt x="6435" y="727"/>
                </a:cubicBezTo>
                <a:cubicBezTo>
                  <a:pt x="6438" y="732"/>
                  <a:pt x="6436" y="740"/>
                  <a:pt x="6431" y="743"/>
                </a:cubicBezTo>
                <a:cubicBezTo>
                  <a:pt x="6292" y="824"/>
                  <a:pt x="6062" y="865"/>
                  <a:pt x="5747" y="865"/>
                </a:cubicBezTo>
                <a:cubicBezTo>
                  <a:pt x="5743" y="865"/>
                  <a:pt x="5738" y="864"/>
                  <a:pt x="5734" y="864"/>
                </a:cubicBezTo>
                <a:cubicBezTo>
                  <a:pt x="5392" y="863"/>
                  <a:pt x="4969" y="814"/>
                  <a:pt x="4478" y="718"/>
                </a:cubicBezTo>
                <a:cubicBezTo>
                  <a:pt x="3506" y="529"/>
                  <a:pt x="2773" y="769"/>
                  <a:pt x="2421" y="885"/>
                </a:cubicBezTo>
                <a:cubicBezTo>
                  <a:pt x="2405" y="890"/>
                  <a:pt x="2390" y="895"/>
                  <a:pt x="2376" y="900"/>
                </a:cubicBezTo>
                <a:cubicBezTo>
                  <a:pt x="2269" y="934"/>
                  <a:pt x="2144" y="967"/>
                  <a:pt x="2054" y="96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/>
          <p:nvPr>
            <p:ph type="ctrTitle"/>
          </p:nvPr>
        </p:nvSpPr>
        <p:spPr>
          <a:xfrm>
            <a:off x="2429950" y="669825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1" name="Google Shape;151;p21"/>
          <p:cNvSpPr txBox="1"/>
          <p:nvPr>
            <p:ph idx="1" type="subTitle"/>
          </p:nvPr>
        </p:nvSpPr>
        <p:spPr>
          <a:xfrm>
            <a:off x="2815225" y="1707475"/>
            <a:ext cx="35136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2" name="Google Shape;152;p21"/>
          <p:cNvSpPr txBox="1"/>
          <p:nvPr/>
        </p:nvSpPr>
        <p:spPr>
          <a:xfrm>
            <a:off x="2471250" y="3496925"/>
            <a:ext cx="420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0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and includes 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icons by 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and infographics &amp; images by 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 u="sng">
              <a:solidFill>
                <a:schemeClr val="dk1"/>
              </a:solidFill>
              <a:highlight>
                <a:srgbClr val="DFDEFC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53" name="Google Shape;153;p21"/>
          <p:cNvGrpSpPr/>
          <p:nvPr/>
        </p:nvGrpSpPr>
        <p:grpSpPr>
          <a:xfrm>
            <a:off x="-508926" y="2709737"/>
            <a:ext cx="11291129" cy="4159025"/>
            <a:chOff x="-508926" y="2709737"/>
            <a:chExt cx="11291129" cy="4159025"/>
          </a:xfrm>
        </p:grpSpPr>
        <p:sp>
          <p:nvSpPr>
            <p:cNvPr id="154" name="Google Shape;154;p21"/>
            <p:cNvSpPr/>
            <p:nvPr/>
          </p:nvSpPr>
          <p:spPr>
            <a:xfrm flipH="1" rot="4873156">
              <a:off x="-1297258" y="4173988"/>
              <a:ext cx="3295862" cy="1230496"/>
            </a:xfrm>
            <a:custGeom>
              <a:rect b="b" l="l" r="r" t="t"/>
              <a:pathLst>
                <a:path extrusionOk="0" h="1132" w="3027">
                  <a:moveTo>
                    <a:pt x="0" y="965"/>
                  </a:moveTo>
                  <a:cubicBezTo>
                    <a:pt x="0" y="965"/>
                    <a:pt x="0" y="964"/>
                    <a:pt x="0" y="964"/>
                  </a:cubicBezTo>
                  <a:cubicBezTo>
                    <a:pt x="0" y="963"/>
                    <a:pt x="0" y="962"/>
                    <a:pt x="0" y="961"/>
                  </a:cubicBezTo>
                  <a:cubicBezTo>
                    <a:pt x="9" y="913"/>
                    <a:pt x="16" y="864"/>
                    <a:pt x="25" y="816"/>
                  </a:cubicBezTo>
                  <a:cubicBezTo>
                    <a:pt x="38" y="742"/>
                    <a:pt x="52" y="667"/>
                    <a:pt x="66" y="592"/>
                  </a:cubicBezTo>
                  <a:cubicBezTo>
                    <a:pt x="85" y="488"/>
                    <a:pt x="107" y="385"/>
                    <a:pt x="131" y="282"/>
                  </a:cubicBezTo>
                  <a:cubicBezTo>
                    <a:pt x="145" y="222"/>
                    <a:pt x="161" y="162"/>
                    <a:pt x="180" y="104"/>
                  </a:cubicBezTo>
                  <a:cubicBezTo>
                    <a:pt x="189" y="77"/>
                    <a:pt x="198" y="51"/>
                    <a:pt x="212" y="27"/>
                  </a:cubicBezTo>
                  <a:cubicBezTo>
                    <a:pt x="216" y="20"/>
                    <a:pt x="221" y="14"/>
                    <a:pt x="226" y="8"/>
                  </a:cubicBezTo>
                  <a:cubicBezTo>
                    <a:pt x="234" y="0"/>
                    <a:pt x="242" y="1"/>
                    <a:pt x="249" y="10"/>
                  </a:cubicBezTo>
                  <a:cubicBezTo>
                    <a:pt x="284" y="54"/>
                    <a:pt x="325" y="91"/>
                    <a:pt x="371" y="123"/>
                  </a:cubicBezTo>
                  <a:cubicBezTo>
                    <a:pt x="435" y="168"/>
                    <a:pt x="503" y="202"/>
                    <a:pt x="580" y="217"/>
                  </a:cubicBezTo>
                  <a:cubicBezTo>
                    <a:pt x="621" y="225"/>
                    <a:pt x="663" y="226"/>
                    <a:pt x="704" y="219"/>
                  </a:cubicBezTo>
                  <a:cubicBezTo>
                    <a:pt x="774" y="207"/>
                    <a:pt x="844" y="194"/>
                    <a:pt x="914" y="183"/>
                  </a:cubicBezTo>
                  <a:cubicBezTo>
                    <a:pt x="960" y="176"/>
                    <a:pt x="1006" y="170"/>
                    <a:pt x="1052" y="166"/>
                  </a:cubicBezTo>
                  <a:cubicBezTo>
                    <a:pt x="1093" y="162"/>
                    <a:pt x="1135" y="159"/>
                    <a:pt x="1176" y="158"/>
                  </a:cubicBezTo>
                  <a:cubicBezTo>
                    <a:pt x="1247" y="155"/>
                    <a:pt x="1318" y="158"/>
                    <a:pt x="1389" y="171"/>
                  </a:cubicBezTo>
                  <a:cubicBezTo>
                    <a:pt x="1443" y="181"/>
                    <a:pt x="1495" y="197"/>
                    <a:pt x="1544" y="222"/>
                  </a:cubicBezTo>
                  <a:cubicBezTo>
                    <a:pt x="1585" y="243"/>
                    <a:pt x="1622" y="269"/>
                    <a:pt x="1651" y="305"/>
                  </a:cubicBezTo>
                  <a:cubicBezTo>
                    <a:pt x="1668" y="326"/>
                    <a:pt x="1681" y="350"/>
                    <a:pt x="1685" y="377"/>
                  </a:cubicBezTo>
                  <a:cubicBezTo>
                    <a:pt x="1688" y="402"/>
                    <a:pt x="1681" y="423"/>
                    <a:pt x="1658" y="436"/>
                  </a:cubicBezTo>
                  <a:cubicBezTo>
                    <a:pt x="1653" y="439"/>
                    <a:pt x="1648" y="443"/>
                    <a:pt x="1643" y="447"/>
                  </a:cubicBezTo>
                  <a:cubicBezTo>
                    <a:pt x="1607" y="480"/>
                    <a:pt x="1587" y="521"/>
                    <a:pt x="1584" y="570"/>
                  </a:cubicBezTo>
                  <a:cubicBezTo>
                    <a:pt x="1583" y="595"/>
                    <a:pt x="1589" y="619"/>
                    <a:pt x="1605" y="639"/>
                  </a:cubicBezTo>
                  <a:cubicBezTo>
                    <a:pt x="1630" y="669"/>
                    <a:pt x="1663" y="682"/>
                    <a:pt x="1701" y="686"/>
                  </a:cubicBezTo>
                  <a:cubicBezTo>
                    <a:pt x="1732" y="688"/>
                    <a:pt x="1763" y="683"/>
                    <a:pt x="1793" y="675"/>
                  </a:cubicBezTo>
                  <a:cubicBezTo>
                    <a:pt x="1837" y="665"/>
                    <a:pt x="1880" y="650"/>
                    <a:pt x="1923" y="636"/>
                  </a:cubicBezTo>
                  <a:cubicBezTo>
                    <a:pt x="1984" y="616"/>
                    <a:pt x="2046" y="595"/>
                    <a:pt x="2111" y="583"/>
                  </a:cubicBezTo>
                  <a:cubicBezTo>
                    <a:pt x="2161" y="574"/>
                    <a:pt x="2212" y="571"/>
                    <a:pt x="2263" y="578"/>
                  </a:cubicBezTo>
                  <a:cubicBezTo>
                    <a:pt x="2313" y="585"/>
                    <a:pt x="2359" y="601"/>
                    <a:pt x="2403" y="627"/>
                  </a:cubicBezTo>
                  <a:cubicBezTo>
                    <a:pt x="2456" y="660"/>
                    <a:pt x="2498" y="704"/>
                    <a:pt x="2533" y="756"/>
                  </a:cubicBezTo>
                  <a:cubicBezTo>
                    <a:pt x="2562" y="799"/>
                    <a:pt x="2584" y="846"/>
                    <a:pt x="2604" y="894"/>
                  </a:cubicBezTo>
                  <a:cubicBezTo>
                    <a:pt x="2610" y="908"/>
                    <a:pt x="2616" y="921"/>
                    <a:pt x="2625" y="933"/>
                  </a:cubicBezTo>
                  <a:cubicBezTo>
                    <a:pt x="2646" y="961"/>
                    <a:pt x="2672" y="983"/>
                    <a:pt x="2701" y="1003"/>
                  </a:cubicBezTo>
                  <a:cubicBezTo>
                    <a:pt x="2787" y="1063"/>
                    <a:pt x="2883" y="1101"/>
                    <a:pt x="2985" y="1123"/>
                  </a:cubicBezTo>
                  <a:cubicBezTo>
                    <a:pt x="2999" y="1127"/>
                    <a:pt x="3013" y="1129"/>
                    <a:pt x="3027" y="1132"/>
                  </a:cubicBezTo>
                  <a:cubicBezTo>
                    <a:pt x="3023" y="1132"/>
                    <a:pt x="3018" y="1132"/>
                    <a:pt x="3014" y="1132"/>
                  </a:cubicBezTo>
                  <a:cubicBezTo>
                    <a:pt x="2981" y="1130"/>
                    <a:pt x="2949" y="1128"/>
                    <a:pt x="2916" y="1126"/>
                  </a:cubicBezTo>
                  <a:cubicBezTo>
                    <a:pt x="2885" y="1124"/>
                    <a:pt x="2854" y="1123"/>
                    <a:pt x="2823" y="1121"/>
                  </a:cubicBezTo>
                  <a:cubicBezTo>
                    <a:pt x="2790" y="1119"/>
                    <a:pt x="2758" y="1117"/>
                    <a:pt x="2726" y="1116"/>
                  </a:cubicBezTo>
                  <a:cubicBezTo>
                    <a:pt x="2700" y="1114"/>
                    <a:pt x="2675" y="1113"/>
                    <a:pt x="2649" y="1112"/>
                  </a:cubicBezTo>
                  <a:cubicBezTo>
                    <a:pt x="2617" y="1110"/>
                    <a:pt x="2584" y="1108"/>
                    <a:pt x="2551" y="1106"/>
                  </a:cubicBezTo>
                  <a:cubicBezTo>
                    <a:pt x="2520" y="1104"/>
                    <a:pt x="2489" y="1103"/>
                    <a:pt x="2458" y="1101"/>
                  </a:cubicBezTo>
                  <a:cubicBezTo>
                    <a:pt x="2426" y="1099"/>
                    <a:pt x="2393" y="1097"/>
                    <a:pt x="2360" y="1096"/>
                  </a:cubicBezTo>
                  <a:cubicBezTo>
                    <a:pt x="2329" y="1094"/>
                    <a:pt x="2298" y="1092"/>
                    <a:pt x="2267" y="1090"/>
                  </a:cubicBezTo>
                  <a:cubicBezTo>
                    <a:pt x="2234" y="1089"/>
                    <a:pt x="2202" y="1087"/>
                    <a:pt x="2169" y="1085"/>
                  </a:cubicBezTo>
                  <a:cubicBezTo>
                    <a:pt x="2144" y="1084"/>
                    <a:pt x="2119" y="1082"/>
                    <a:pt x="2093" y="1081"/>
                  </a:cubicBezTo>
                  <a:cubicBezTo>
                    <a:pt x="2061" y="1079"/>
                    <a:pt x="2029" y="1077"/>
                    <a:pt x="1997" y="1075"/>
                  </a:cubicBezTo>
                  <a:cubicBezTo>
                    <a:pt x="1965" y="1074"/>
                    <a:pt x="1934" y="1072"/>
                    <a:pt x="1902" y="1070"/>
                  </a:cubicBezTo>
                  <a:cubicBezTo>
                    <a:pt x="1870" y="1068"/>
                    <a:pt x="1837" y="1067"/>
                    <a:pt x="1804" y="1065"/>
                  </a:cubicBezTo>
                  <a:cubicBezTo>
                    <a:pt x="1773" y="1063"/>
                    <a:pt x="1742" y="1061"/>
                    <a:pt x="1711" y="1060"/>
                  </a:cubicBezTo>
                  <a:cubicBezTo>
                    <a:pt x="1679" y="1058"/>
                    <a:pt x="1646" y="1056"/>
                    <a:pt x="1613" y="1054"/>
                  </a:cubicBezTo>
                  <a:cubicBezTo>
                    <a:pt x="1582" y="1052"/>
                    <a:pt x="1551" y="1051"/>
                    <a:pt x="1520" y="1049"/>
                  </a:cubicBezTo>
                  <a:cubicBezTo>
                    <a:pt x="1488" y="1047"/>
                    <a:pt x="1455" y="1045"/>
                    <a:pt x="1422" y="1044"/>
                  </a:cubicBezTo>
                  <a:cubicBezTo>
                    <a:pt x="1397" y="1042"/>
                    <a:pt x="1372" y="1041"/>
                    <a:pt x="1346" y="1039"/>
                  </a:cubicBezTo>
                  <a:cubicBezTo>
                    <a:pt x="1314" y="1038"/>
                    <a:pt x="1282" y="1036"/>
                    <a:pt x="1249" y="1034"/>
                  </a:cubicBezTo>
                  <a:cubicBezTo>
                    <a:pt x="1224" y="1033"/>
                    <a:pt x="1198" y="1031"/>
                    <a:pt x="1173" y="1030"/>
                  </a:cubicBezTo>
                  <a:cubicBezTo>
                    <a:pt x="1140" y="1028"/>
                    <a:pt x="1107" y="1026"/>
                    <a:pt x="1075" y="1024"/>
                  </a:cubicBezTo>
                  <a:cubicBezTo>
                    <a:pt x="1049" y="1023"/>
                    <a:pt x="1024" y="1022"/>
                    <a:pt x="999" y="1020"/>
                  </a:cubicBezTo>
                  <a:cubicBezTo>
                    <a:pt x="966" y="1018"/>
                    <a:pt x="934" y="1017"/>
                    <a:pt x="902" y="1015"/>
                  </a:cubicBezTo>
                  <a:cubicBezTo>
                    <a:pt x="876" y="1013"/>
                    <a:pt x="851" y="1012"/>
                    <a:pt x="825" y="1011"/>
                  </a:cubicBezTo>
                  <a:cubicBezTo>
                    <a:pt x="793" y="1009"/>
                    <a:pt x="760" y="1007"/>
                    <a:pt x="727" y="1005"/>
                  </a:cubicBezTo>
                  <a:cubicBezTo>
                    <a:pt x="702" y="1004"/>
                    <a:pt x="677" y="1002"/>
                    <a:pt x="652" y="1001"/>
                  </a:cubicBezTo>
                  <a:cubicBezTo>
                    <a:pt x="619" y="999"/>
                    <a:pt x="587" y="997"/>
                    <a:pt x="554" y="996"/>
                  </a:cubicBezTo>
                  <a:cubicBezTo>
                    <a:pt x="529" y="994"/>
                    <a:pt x="503" y="993"/>
                    <a:pt x="478" y="991"/>
                  </a:cubicBezTo>
                  <a:cubicBezTo>
                    <a:pt x="445" y="990"/>
                    <a:pt x="413" y="988"/>
                    <a:pt x="381" y="986"/>
                  </a:cubicBezTo>
                  <a:cubicBezTo>
                    <a:pt x="355" y="985"/>
                    <a:pt x="330" y="983"/>
                    <a:pt x="304" y="982"/>
                  </a:cubicBezTo>
                  <a:cubicBezTo>
                    <a:pt x="272" y="980"/>
                    <a:pt x="240" y="978"/>
                    <a:pt x="208" y="976"/>
                  </a:cubicBezTo>
                  <a:cubicBezTo>
                    <a:pt x="176" y="975"/>
                    <a:pt x="145" y="973"/>
                    <a:pt x="114" y="971"/>
                  </a:cubicBezTo>
                  <a:cubicBezTo>
                    <a:pt x="76" y="969"/>
                    <a:pt x="38" y="967"/>
                    <a:pt x="0" y="9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21"/>
            <p:cNvSpPr/>
            <p:nvPr/>
          </p:nvSpPr>
          <p:spPr>
            <a:xfrm flipH="1" rot="5400000">
              <a:off x="7325828" y="3412387"/>
              <a:ext cx="4159025" cy="2753726"/>
            </a:xfrm>
            <a:custGeom>
              <a:rect b="b" l="l" r="r" t="t"/>
              <a:pathLst>
                <a:path extrusionOk="0" h="967" w="1458">
                  <a:moveTo>
                    <a:pt x="991" y="178"/>
                  </a:moveTo>
                  <a:cubicBezTo>
                    <a:pt x="991" y="178"/>
                    <a:pt x="876" y="322"/>
                    <a:pt x="438" y="443"/>
                  </a:cubicBezTo>
                  <a:cubicBezTo>
                    <a:pt x="0" y="564"/>
                    <a:pt x="248" y="944"/>
                    <a:pt x="501" y="910"/>
                  </a:cubicBezTo>
                  <a:cubicBezTo>
                    <a:pt x="755" y="875"/>
                    <a:pt x="1147" y="967"/>
                    <a:pt x="1302" y="789"/>
                  </a:cubicBezTo>
                  <a:cubicBezTo>
                    <a:pt x="1458" y="610"/>
                    <a:pt x="1417" y="103"/>
                    <a:pt x="1268" y="52"/>
                  </a:cubicBezTo>
                  <a:cubicBezTo>
                    <a:pt x="1118" y="0"/>
                    <a:pt x="991" y="178"/>
                    <a:pt x="991" y="17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21"/>
          <p:cNvSpPr/>
          <p:nvPr/>
        </p:nvSpPr>
        <p:spPr>
          <a:xfrm>
            <a:off x="7552627" y="3452928"/>
            <a:ext cx="1205225" cy="1381224"/>
          </a:xfrm>
          <a:custGeom>
            <a:rect b="b" l="l" r="r" t="t"/>
            <a:pathLst>
              <a:path extrusionOk="0" h="1086" w="946">
                <a:moveTo>
                  <a:pt x="0" y="998"/>
                </a:moveTo>
                <a:cubicBezTo>
                  <a:pt x="5" y="982"/>
                  <a:pt x="11" y="967"/>
                  <a:pt x="17" y="951"/>
                </a:cubicBezTo>
                <a:cubicBezTo>
                  <a:pt x="60" y="850"/>
                  <a:pt x="133" y="780"/>
                  <a:pt x="239" y="748"/>
                </a:cubicBezTo>
                <a:cubicBezTo>
                  <a:pt x="269" y="739"/>
                  <a:pt x="281" y="726"/>
                  <a:pt x="285" y="693"/>
                </a:cubicBezTo>
                <a:cubicBezTo>
                  <a:pt x="301" y="540"/>
                  <a:pt x="395" y="446"/>
                  <a:pt x="525" y="381"/>
                </a:cubicBezTo>
                <a:cubicBezTo>
                  <a:pt x="542" y="372"/>
                  <a:pt x="559" y="367"/>
                  <a:pt x="577" y="360"/>
                </a:cubicBezTo>
                <a:cubicBezTo>
                  <a:pt x="586" y="357"/>
                  <a:pt x="590" y="353"/>
                  <a:pt x="592" y="342"/>
                </a:cubicBezTo>
                <a:cubicBezTo>
                  <a:pt x="605" y="278"/>
                  <a:pt x="617" y="214"/>
                  <a:pt x="642" y="153"/>
                </a:cubicBezTo>
                <a:cubicBezTo>
                  <a:pt x="670" y="88"/>
                  <a:pt x="712" y="35"/>
                  <a:pt x="777" y="3"/>
                </a:cubicBezTo>
                <a:cubicBezTo>
                  <a:pt x="778" y="2"/>
                  <a:pt x="779" y="1"/>
                  <a:pt x="780" y="0"/>
                </a:cubicBezTo>
                <a:cubicBezTo>
                  <a:pt x="782" y="0"/>
                  <a:pt x="784" y="0"/>
                  <a:pt x="787" y="0"/>
                </a:cubicBezTo>
                <a:cubicBezTo>
                  <a:pt x="795" y="8"/>
                  <a:pt x="791" y="13"/>
                  <a:pt x="783" y="18"/>
                </a:cubicBezTo>
                <a:cubicBezTo>
                  <a:pt x="769" y="27"/>
                  <a:pt x="755" y="36"/>
                  <a:pt x="741" y="45"/>
                </a:cubicBezTo>
                <a:cubicBezTo>
                  <a:pt x="792" y="92"/>
                  <a:pt x="840" y="138"/>
                  <a:pt x="888" y="183"/>
                </a:cubicBezTo>
                <a:cubicBezTo>
                  <a:pt x="902" y="169"/>
                  <a:pt x="915" y="155"/>
                  <a:pt x="928" y="143"/>
                </a:cubicBezTo>
                <a:cubicBezTo>
                  <a:pt x="933" y="139"/>
                  <a:pt x="940" y="138"/>
                  <a:pt x="946" y="136"/>
                </a:cubicBezTo>
                <a:cubicBezTo>
                  <a:pt x="946" y="139"/>
                  <a:pt x="946" y="143"/>
                  <a:pt x="946" y="146"/>
                </a:cubicBezTo>
                <a:cubicBezTo>
                  <a:pt x="942" y="149"/>
                  <a:pt x="939" y="152"/>
                  <a:pt x="935" y="156"/>
                </a:cubicBezTo>
                <a:cubicBezTo>
                  <a:pt x="850" y="253"/>
                  <a:pt x="746" y="322"/>
                  <a:pt x="622" y="360"/>
                </a:cubicBezTo>
                <a:cubicBezTo>
                  <a:pt x="607" y="365"/>
                  <a:pt x="601" y="372"/>
                  <a:pt x="597" y="387"/>
                </a:cubicBezTo>
                <a:cubicBezTo>
                  <a:pt x="583" y="457"/>
                  <a:pt x="565" y="525"/>
                  <a:pt x="524" y="585"/>
                </a:cubicBezTo>
                <a:cubicBezTo>
                  <a:pt x="474" y="659"/>
                  <a:pt x="403" y="704"/>
                  <a:pt x="320" y="733"/>
                </a:cubicBezTo>
                <a:cubicBezTo>
                  <a:pt x="300" y="741"/>
                  <a:pt x="292" y="752"/>
                  <a:pt x="288" y="772"/>
                </a:cubicBezTo>
                <a:cubicBezTo>
                  <a:pt x="273" y="861"/>
                  <a:pt x="242" y="945"/>
                  <a:pt x="190" y="1018"/>
                </a:cubicBezTo>
                <a:cubicBezTo>
                  <a:pt x="173" y="1043"/>
                  <a:pt x="150" y="1063"/>
                  <a:pt x="130" y="1086"/>
                </a:cubicBezTo>
                <a:cubicBezTo>
                  <a:pt x="126" y="1086"/>
                  <a:pt x="123" y="1086"/>
                  <a:pt x="120" y="1086"/>
                </a:cubicBezTo>
                <a:cubicBezTo>
                  <a:pt x="108" y="1067"/>
                  <a:pt x="134" y="1066"/>
                  <a:pt x="135" y="1054"/>
                </a:cubicBezTo>
                <a:cubicBezTo>
                  <a:pt x="98" y="1027"/>
                  <a:pt x="61" y="1001"/>
                  <a:pt x="23" y="973"/>
                </a:cubicBezTo>
                <a:cubicBezTo>
                  <a:pt x="19" y="985"/>
                  <a:pt x="16" y="993"/>
                  <a:pt x="13" y="1002"/>
                </a:cubicBezTo>
                <a:cubicBezTo>
                  <a:pt x="11" y="1010"/>
                  <a:pt x="7" y="1013"/>
                  <a:pt x="0" y="1008"/>
                </a:cubicBezTo>
                <a:cubicBezTo>
                  <a:pt x="0" y="1004"/>
                  <a:pt x="0" y="1001"/>
                  <a:pt x="0" y="998"/>
                </a:cubicBezTo>
                <a:close/>
                <a:moveTo>
                  <a:pt x="878" y="193"/>
                </a:moveTo>
                <a:cubicBezTo>
                  <a:pt x="829" y="146"/>
                  <a:pt x="780" y="100"/>
                  <a:pt x="731" y="54"/>
                </a:cubicBezTo>
                <a:cubicBezTo>
                  <a:pt x="721" y="65"/>
                  <a:pt x="713" y="73"/>
                  <a:pt x="705" y="82"/>
                </a:cubicBezTo>
                <a:cubicBezTo>
                  <a:pt x="746" y="135"/>
                  <a:pt x="792" y="181"/>
                  <a:pt x="846" y="221"/>
                </a:cubicBezTo>
                <a:cubicBezTo>
                  <a:pt x="857" y="212"/>
                  <a:pt x="867" y="203"/>
                  <a:pt x="878" y="193"/>
                </a:cubicBezTo>
                <a:close/>
                <a:moveTo>
                  <a:pt x="666" y="147"/>
                </a:moveTo>
                <a:cubicBezTo>
                  <a:pt x="652" y="168"/>
                  <a:pt x="649" y="187"/>
                  <a:pt x="649" y="187"/>
                </a:cubicBezTo>
                <a:cubicBezTo>
                  <a:pt x="651" y="194"/>
                  <a:pt x="660" y="204"/>
                  <a:pt x="669" y="214"/>
                </a:cubicBezTo>
                <a:cubicBezTo>
                  <a:pt x="672" y="217"/>
                  <a:pt x="675" y="221"/>
                  <a:pt x="679" y="225"/>
                </a:cubicBezTo>
                <a:cubicBezTo>
                  <a:pt x="698" y="243"/>
                  <a:pt x="725" y="270"/>
                  <a:pt x="745" y="288"/>
                </a:cubicBezTo>
                <a:cubicBezTo>
                  <a:pt x="745" y="288"/>
                  <a:pt x="750" y="285"/>
                  <a:pt x="754" y="283"/>
                </a:cubicBezTo>
                <a:cubicBezTo>
                  <a:pt x="768" y="276"/>
                  <a:pt x="780" y="267"/>
                  <a:pt x="793" y="259"/>
                </a:cubicBezTo>
                <a:cubicBezTo>
                  <a:pt x="750" y="221"/>
                  <a:pt x="708" y="184"/>
                  <a:pt x="666" y="147"/>
                </a:cubicBezTo>
                <a:close/>
                <a:moveTo>
                  <a:pt x="423" y="464"/>
                </a:moveTo>
                <a:cubicBezTo>
                  <a:pt x="411" y="476"/>
                  <a:pt x="400" y="488"/>
                  <a:pt x="388" y="502"/>
                </a:cubicBezTo>
                <a:cubicBezTo>
                  <a:pt x="425" y="534"/>
                  <a:pt x="461" y="565"/>
                  <a:pt x="498" y="597"/>
                </a:cubicBezTo>
                <a:cubicBezTo>
                  <a:pt x="507" y="582"/>
                  <a:pt x="516" y="568"/>
                  <a:pt x="524" y="556"/>
                </a:cubicBezTo>
                <a:cubicBezTo>
                  <a:pt x="489" y="525"/>
                  <a:pt x="457" y="495"/>
                  <a:pt x="423" y="464"/>
                </a:cubicBezTo>
                <a:close/>
                <a:moveTo>
                  <a:pt x="671" y="133"/>
                </a:moveTo>
                <a:cubicBezTo>
                  <a:pt x="717" y="172"/>
                  <a:pt x="762" y="211"/>
                  <a:pt x="807" y="250"/>
                </a:cubicBezTo>
                <a:cubicBezTo>
                  <a:pt x="817" y="243"/>
                  <a:pt x="824" y="237"/>
                  <a:pt x="830" y="233"/>
                </a:cubicBezTo>
                <a:cubicBezTo>
                  <a:pt x="784" y="187"/>
                  <a:pt x="739" y="143"/>
                  <a:pt x="694" y="97"/>
                </a:cubicBezTo>
                <a:cubicBezTo>
                  <a:pt x="688" y="105"/>
                  <a:pt x="681" y="117"/>
                  <a:pt x="671" y="133"/>
                </a:cubicBezTo>
                <a:close/>
                <a:moveTo>
                  <a:pt x="487" y="608"/>
                </a:moveTo>
                <a:cubicBezTo>
                  <a:pt x="451" y="577"/>
                  <a:pt x="415" y="546"/>
                  <a:pt x="378" y="514"/>
                </a:cubicBezTo>
                <a:cubicBezTo>
                  <a:pt x="370" y="526"/>
                  <a:pt x="361" y="538"/>
                  <a:pt x="352" y="551"/>
                </a:cubicBezTo>
                <a:cubicBezTo>
                  <a:pt x="389" y="580"/>
                  <a:pt x="424" y="608"/>
                  <a:pt x="459" y="635"/>
                </a:cubicBezTo>
                <a:cubicBezTo>
                  <a:pt x="466" y="628"/>
                  <a:pt x="475" y="620"/>
                  <a:pt x="487" y="608"/>
                </a:cubicBezTo>
                <a:close/>
                <a:moveTo>
                  <a:pt x="52" y="912"/>
                </a:moveTo>
                <a:cubicBezTo>
                  <a:pt x="95" y="944"/>
                  <a:pt x="136" y="974"/>
                  <a:pt x="178" y="1006"/>
                </a:cubicBezTo>
                <a:cubicBezTo>
                  <a:pt x="184" y="997"/>
                  <a:pt x="189" y="989"/>
                  <a:pt x="196" y="979"/>
                </a:cubicBezTo>
                <a:cubicBezTo>
                  <a:pt x="156" y="946"/>
                  <a:pt x="116" y="913"/>
                  <a:pt x="75" y="879"/>
                </a:cubicBezTo>
                <a:cubicBezTo>
                  <a:pt x="66" y="891"/>
                  <a:pt x="59" y="902"/>
                  <a:pt x="52" y="912"/>
                </a:cubicBezTo>
                <a:close/>
                <a:moveTo>
                  <a:pt x="438" y="450"/>
                </a:moveTo>
                <a:cubicBezTo>
                  <a:pt x="453" y="467"/>
                  <a:pt x="466" y="483"/>
                  <a:pt x="481" y="498"/>
                </a:cubicBezTo>
                <a:cubicBezTo>
                  <a:pt x="497" y="512"/>
                  <a:pt x="514" y="525"/>
                  <a:pt x="533" y="540"/>
                </a:cubicBezTo>
                <a:cubicBezTo>
                  <a:pt x="539" y="527"/>
                  <a:pt x="544" y="516"/>
                  <a:pt x="548" y="504"/>
                </a:cubicBezTo>
                <a:cubicBezTo>
                  <a:pt x="549" y="501"/>
                  <a:pt x="547" y="494"/>
                  <a:pt x="544" y="492"/>
                </a:cubicBezTo>
                <a:cubicBezTo>
                  <a:pt x="519" y="470"/>
                  <a:pt x="494" y="448"/>
                  <a:pt x="468" y="426"/>
                </a:cubicBezTo>
                <a:cubicBezTo>
                  <a:pt x="456" y="436"/>
                  <a:pt x="446" y="444"/>
                  <a:pt x="438" y="450"/>
                </a:cubicBezTo>
                <a:close/>
                <a:moveTo>
                  <a:pt x="325" y="602"/>
                </a:moveTo>
                <a:cubicBezTo>
                  <a:pt x="345" y="619"/>
                  <a:pt x="364" y="635"/>
                  <a:pt x="383" y="652"/>
                </a:cubicBezTo>
                <a:cubicBezTo>
                  <a:pt x="412" y="677"/>
                  <a:pt x="412" y="677"/>
                  <a:pt x="442" y="651"/>
                </a:cubicBezTo>
                <a:cubicBezTo>
                  <a:pt x="443" y="650"/>
                  <a:pt x="444" y="649"/>
                  <a:pt x="446" y="646"/>
                </a:cubicBezTo>
                <a:cubicBezTo>
                  <a:pt x="412" y="619"/>
                  <a:pt x="379" y="592"/>
                  <a:pt x="344" y="564"/>
                </a:cubicBezTo>
                <a:cubicBezTo>
                  <a:pt x="337" y="578"/>
                  <a:pt x="331" y="590"/>
                  <a:pt x="325" y="602"/>
                </a:cubicBezTo>
                <a:close/>
                <a:moveTo>
                  <a:pt x="168" y="1018"/>
                </a:moveTo>
                <a:cubicBezTo>
                  <a:pt x="126" y="987"/>
                  <a:pt x="86" y="956"/>
                  <a:pt x="44" y="925"/>
                </a:cubicBezTo>
                <a:cubicBezTo>
                  <a:pt x="38" y="938"/>
                  <a:pt x="33" y="949"/>
                  <a:pt x="29" y="959"/>
                </a:cubicBezTo>
                <a:cubicBezTo>
                  <a:pt x="69" y="987"/>
                  <a:pt x="108" y="1014"/>
                  <a:pt x="148" y="1042"/>
                </a:cubicBezTo>
                <a:cubicBezTo>
                  <a:pt x="155" y="1034"/>
                  <a:pt x="161" y="1027"/>
                  <a:pt x="168" y="1018"/>
                </a:cubicBezTo>
                <a:close/>
                <a:moveTo>
                  <a:pt x="219" y="936"/>
                </a:moveTo>
                <a:cubicBezTo>
                  <a:pt x="181" y="905"/>
                  <a:pt x="145" y="875"/>
                  <a:pt x="107" y="844"/>
                </a:cubicBezTo>
                <a:cubicBezTo>
                  <a:pt x="98" y="853"/>
                  <a:pt x="91" y="861"/>
                  <a:pt x="86" y="868"/>
                </a:cubicBezTo>
                <a:cubicBezTo>
                  <a:pt x="126" y="900"/>
                  <a:pt x="165" y="932"/>
                  <a:pt x="204" y="964"/>
                </a:cubicBezTo>
                <a:cubicBezTo>
                  <a:pt x="208" y="956"/>
                  <a:pt x="213" y="948"/>
                  <a:pt x="219" y="936"/>
                </a:cubicBezTo>
                <a:close/>
                <a:moveTo>
                  <a:pt x="119" y="834"/>
                </a:moveTo>
                <a:cubicBezTo>
                  <a:pt x="156" y="863"/>
                  <a:pt x="191" y="892"/>
                  <a:pt x="226" y="920"/>
                </a:cubicBezTo>
                <a:cubicBezTo>
                  <a:pt x="232" y="907"/>
                  <a:pt x="236" y="895"/>
                  <a:pt x="242" y="881"/>
                </a:cubicBezTo>
                <a:cubicBezTo>
                  <a:pt x="211" y="860"/>
                  <a:pt x="181" y="840"/>
                  <a:pt x="151" y="820"/>
                </a:cubicBezTo>
                <a:cubicBezTo>
                  <a:pt x="148" y="818"/>
                  <a:pt x="141" y="818"/>
                  <a:pt x="137" y="820"/>
                </a:cubicBezTo>
                <a:cubicBezTo>
                  <a:pt x="131" y="824"/>
                  <a:pt x="125" y="829"/>
                  <a:pt x="119" y="834"/>
                </a:cubicBezTo>
                <a:close/>
                <a:moveTo>
                  <a:pt x="641" y="206"/>
                </a:moveTo>
                <a:cubicBezTo>
                  <a:pt x="638" y="216"/>
                  <a:pt x="634" y="225"/>
                  <a:pt x="632" y="235"/>
                </a:cubicBezTo>
                <a:cubicBezTo>
                  <a:pt x="632" y="239"/>
                  <a:pt x="631" y="243"/>
                  <a:pt x="631" y="243"/>
                </a:cubicBezTo>
                <a:cubicBezTo>
                  <a:pt x="653" y="264"/>
                  <a:pt x="677" y="292"/>
                  <a:pt x="699" y="313"/>
                </a:cubicBezTo>
                <a:cubicBezTo>
                  <a:pt x="709" y="308"/>
                  <a:pt x="721" y="302"/>
                  <a:pt x="728" y="298"/>
                </a:cubicBezTo>
                <a:cubicBezTo>
                  <a:pt x="699" y="267"/>
                  <a:pt x="671" y="237"/>
                  <a:pt x="641" y="206"/>
                </a:cubicBezTo>
                <a:close/>
                <a:moveTo>
                  <a:pt x="160" y="805"/>
                </a:moveTo>
                <a:cubicBezTo>
                  <a:pt x="188" y="825"/>
                  <a:pt x="217" y="844"/>
                  <a:pt x="246" y="864"/>
                </a:cubicBezTo>
                <a:cubicBezTo>
                  <a:pt x="262" y="833"/>
                  <a:pt x="262" y="831"/>
                  <a:pt x="236" y="812"/>
                </a:cubicBezTo>
                <a:cubicBezTo>
                  <a:pt x="233" y="809"/>
                  <a:pt x="230" y="807"/>
                  <a:pt x="227" y="805"/>
                </a:cubicBezTo>
                <a:cubicBezTo>
                  <a:pt x="194" y="780"/>
                  <a:pt x="194" y="780"/>
                  <a:pt x="161" y="804"/>
                </a:cubicBezTo>
                <a:cubicBezTo>
                  <a:pt x="160" y="804"/>
                  <a:pt x="160" y="804"/>
                  <a:pt x="160" y="805"/>
                </a:cubicBezTo>
                <a:close/>
                <a:moveTo>
                  <a:pt x="320" y="617"/>
                </a:moveTo>
                <a:cubicBezTo>
                  <a:pt x="306" y="658"/>
                  <a:pt x="306" y="658"/>
                  <a:pt x="334" y="684"/>
                </a:cubicBezTo>
                <a:cubicBezTo>
                  <a:pt x="342" y="690"/>
                  <a:pt x="349" y="697"/>
                  <a:pt x="357" y="705"/>
                </a:cubicBezTo>
                <a:cubicBezTo>
                  <a:pt x="369" y="698"/>
                  <a:pt x="382" y="692"/>
                  <a:pt x="395" y="684"/>
                </a:cubicBezTo>
                <a:cubicBezTo>
                  <a:pt x="370" y="662"/>
                  <a:pt x="346" y="640"/>
                  <a:pt x="320" y="617"/>
                </a:cubicBezTo>
                <a:close/>
                <a:moveTo>
                  <a:pt x="567" y="447"/>
                </a:moveTo>
                <a:cubicBezTo>
                  <a:pt x="552" y="433"/>
                  <a:pt x="538" y="419"/>
                  <a:pt x="524" y="406"/>
                </a:cubicBezTo>
                <a:cubicBezTo>
                  <a:pt x="521" y="403"/>
                  <a:pt x="514" y="401"/>
                  <a:pt x="511" y="402"/>
                </a:cubicBezTo>
                <a:cubicBezTo>
                  <a:pt x="500" y="406"/>
                  <a:pt x="491" y="412"/>
                  <a:pt x="480" y="419"/>
                </a:cubicBezTo>
                <a:cubicBezTo>
                  <a:pt x="506" y="440"/>
                  <a:pt x="531" y="460"/>
                  <a:pt x="557" y="480"/>
                </a:cubicBezTo>
                <a:cubicBezTo>
                  <a:pt x="561" y="468"/>
                  <a:pt x="565" y="456"/>
                  <a:pt x="567" y="447"/>
                </a:cubicBezTo>
                <a:close/>
                <a:moveTo>
                  <a:pt x="212" y="774"/>
                </a:moveTo>
                <a:cubicBezTo>
                  <a:pt x="230" y="787"/>
                  <a:pt x="246" y="798"/>
                  <a:pt x="264" y="811"/>
                </a:cubicBezTo>
                <a:cubicBezTo>
                  <a:pt x="268" y="791"/>
                  <a:pt x="272" y="771"/>
                  <a:pt x="277" y="749"/>
                </a:cubicBezTo>
                <a:cubicBezTo>
                  <a:pt x="253" y="758"/>
                  <a:pt x="233" y="766"/>
                  <a:pt x="212" y="774"/>
                </a:cubicBezTo>
                <a:close/>
                <a:moveTo>
                  <a:pt x="685" y="319"/>
                </a:moveTo>
                <a:cubicBezTo>
                  <a:pt x="683" y="320"/>
                  <a:pt x="686" y="318"/>
                  <a:pt x="684" y="319"/>
                </a:cubicBezTo>
                <a:cubicBezTo>
                  <a:pt x="659" y="294"/>
                  <a:pt x="645" y="283"/>
                  <a:pt x="625" y="264"/>
                </a:cubicBezTo>
                <a:cubicBezTo>
                  <a:pt x="623" y="271"/>
                  <a:pt x="620" y="284"/>
                  <a:pt x="620" y="288"/>
                </a:cubicBezTo>
                <a:cubicBezTo>
                  <a:pt x="620" y="288"/>
                  <a:pt x="625" y="292"/>
                  <a:pt x="640" y="303"/>
                </a:cubicBezTo>
                <a:cubicBezTo>
                  <a:pt x="650" y="309"/>
                  <a:pt x="660" y="317"/>
                  <a:pt x="670" y="325"/>
                </a:cubicBezTo>
                <a:cubicBezTo>
                  <a:pt x="674" y="324"/>
                  <a:pt x="680" y="321"/>
                  <a:pt x="685" y="319"/>
                </a:cubicBezTo>
                <a:close/>
                <a:moveTo>
                  <a:pt x="586" y="372"/>
                </a:moveTo>
                <a:cubicBezTo>
                  <a:pt x="566" y="379"/>
                  <a:pt x="549" y="385"/>
                  <a:pt x="530" y="393"/>
                </a:cubicBezTo>
                <a:cubicBezTo>
                  <a:pt x="545" y="406"/>
                  <a:pt x="557" y="418"/>
                  <a:pt x="572" y="431"/>
                </a:cubicBezTo>
                <a:cubicBezTo>
                  <a:pt x="577" y="411"/>
                  <a:pt x="581" y="393"/>
                  <a:pt x="586" y="372"/>
                </a:cubicBezTo>
                <a:close/>
                <a:moveTo>
                  <a:pt x="305" y="676"/>
                </a:moveTo>
                <a:cubicBezTo>
                  <a:pt x="302" y="694"/>
                  <a:pt x="300" y="709"/>
                  <a:pt x="297" y="728"/>
                </a:cubicBezTo>
                <a:cubicBezTo>
                  <a:pt x="314" y="722"/>
                  <a:pt x="327" y="717"/>
                  <a:pt x="342" y="711"/>
                </a:cubicBezTo>
                <a:cubicBezTo>
                  <a:pt x="330" y="699"/>
                  <a:pt x="319" y="689"/>
                  <a:pt x="305" y="676"/>
                </a:cubicBezTo>
                <a:close/>
                <a:moveTo>
                  <a:pt x="616" y="302"/>
                </a:moveTo>
                <a:cubicBezTo>
                  <a:pt x="612" y="319"/>
                  <a:pt x="610" y="333"/>
                  <a:pt x="606" y="350"/>
                </a:cubicBezTo>
                <a:cubicBezTo>
                  <a:pt x="624" y="343"/>
                  <a:pt x="639" y="338"/>
                  <a:pt x="656" y="332"/>
                </a:cubicBezTo>
                <a:cubicBezTo>
                  <a:pt x="641" y="321"/>
                  <a:pt x="629" y="313"/>
                  <a:pt x="616" y="30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22"/>
          <p:cNvGrpSpPr/>
          <p:nvPr/>
        </p:nvGrpSpPr>
        <p:grpSpPr>
          <a:xfrm flipH="1">
            <a:off x="-2491394" y="-2347546"/>
            <a:ext cx="13926287" cy="8591749"/>
            <a:chOff x="-2491394" y="-2347546"/>
            <a:chExt cx="13926287" cy="8591749"/>
          </a:xfrm>
        </p:grpSpPr>
        <p:sp>
          <p:nvSpPr>
            <p:cNvPr id="159" name="Google Shape;159;p22"/>
            <p:cNvSpPr/>
            <p:nvPr/>
          </p:nvSpPr>
          <p:spPr>
            <a:xfrm flipH="1">
              <a:off x="6591693" y="-2347546"/>
              <a:ext cx="4843200" cy="3484665"/>
            </a:xfrm>
            <a:custGeom>
              <a:rect b="b" l="l" r="r" t="t"/>
              <a:pathLst>
                <a:path extrusionOk="0" h="1837" w="2548">
                  <a:moveTo>
                    <a:pt x="931" y="198"/>
                  </a:moveTo>
                  <a:cubicBezTo>
                    <a:pt x="931" y="198"/>
                    <a:pt x="537" y="220"/>
                    <a:pt x="317" y="374"/>
                  </a:cubicBezTo>
                  <a:cubicBezTo>
                    <a:pt x="98" y="527"/>
                    <a:pt x="0" y="878"/>
                    <a:pt x="153" y="1092"/>
                  </a:cubicBezTo>
                  <a:cubicBezTo>
                    <a:pt x="306" y="1305"/>
                    <a:pt x="487" y="1037"/>
                    <a:pt x="674" y="1168"/>
                  </a:cubicBezTo>
                  <a:cubicBezTo>
                    <a:pt x="860" y="1300"/>
                    <a:pt x="821" y="1443"/>
                    <a:pt x="821" y="1557"/>
                  </a:cubicBezTo>
                  <a:cubicBezTo>
                    <a:pt x="821" y="1776"/>
                    <a:pt x="975" y="1837"/>
                    <a:pt x="1150" y="1787"/>
                  </a:cubicBezTo>
                  <a:cubicBezTo>
                    <a:pt x="1326" y="1738"/>
                    <a:pt x="1429" y="1482"/>
                    <a:pt x="1649" y="1535"/>
                  </a:cubicBezTo>
                  <a:cubicBezTo>
                    <a:pt x="2032" y="1629"/>
                    <a:pt x="2548" y="1519"/>
                    <a:pt x="2021" y="735"/>
                  </a:cubicBezTo>
                  <a:cubicBezTo>
                    <a:pt x="1528" y="0"/>
                    <a:pt x="931" y="198"/>
                    <a:pt x="931" y="1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22"/>
            <p:cNvSpPr/>
            <p:nvPr/>
          </p:nvSpPr>
          <p:spPr>
            <a:xfrm>
              <a:off x="-2491394" y="3364251"/>
              <a:ext cx="4002717" cy="2879952"/>
            </a:xfrm>
            <a:custGeom>
              <a:rect b="b" l="l" r="r" t="t"/>
              <a:pathLst>
                <a:path extrusionOk="0" h="1837" w="2548">
                  <a:moveTo>
                    <a:pt x="931" y="198"/>
                  </a:moveTo>
                  <a:cubicBezTo>
                    <a:pt x="931" y="198"/>
                    <a:pt x="537" y="220"/>
                    <a:pt x="317" y="374"/>
                  </a:cubicBezTo>
                  <a:cubicBezTo>
                    <a:pt x="98" y="527"/>
                    <a:pt x="0" y="878"/>
                    <a:pt x="153" y="1092"/>
                  </a:cubicBezTo>
                  <a:cubicBezTo>
                    <a:pt x="306" y="1305"/>
                    <a:pt x="487" y="1037"/>
                    <a:pt x="674" y="1168"/>
                  </a:cubicBezTo>
                  <a:cubicBezTo>
                    <a:pt x="860" y="1300"/>
                    <a:pt x="821" y="1443"/>
                    <a:pt x="821" y="1557"/>
                  </a:cubicBezTo>
                  <a:cubicBezTo>
                    <a:pt x="821" y="1776"/>
                    <a:pt x="975" y="1837"/>
                    <a:pt x="1150" y="1787"/>
                  </a:cubicBezTo>
                  <a:cubicBezTo>
                    <a:pt x="1326" y="1738"/>
                    <a:pt x="1429" y="1482"/>
                    <a:pt x="1649" y="1535"/>
                  </a:cubicBezTo>
                  <a:cubicBezTo>
                    <a:pt x="2032" y="1629"/>
                    <a:pt x="2548" y="1519"/>
                    <a:pt x="2021" y="735"/>
                  </a:cubicBezTo>
                  <a:cubicBezTo>
                    <a:pt x="1528" y="0"/>
                    <a:pt x="931" y="198"/>
                    <a:pt x="931" y="1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23"/>
          <p:cNvGrpSpPr/>
          <p:nvPr/>
        </p:nvGrpSpPr>
        <p:grpSpPr>
          <a:xfrm>
            <a:off x="-664304" y="-1547674"/>
            <a:ext cx="11755652" cy="6907767"/>
            <a:chOff x="-664304" y="-1547674"/>
            <a:chExt cx="11755652" cy="6907767"/>
          </a:xfrm>
        </p:grpSpPr>
        <p:sp>
          <p:nvSpPr>
            <p:cNvPr id="163" name="Google Shape;163;p23"/>
            <p:cNvSpPr/>
            <p:nvPr/>
          </p:nvSpPr>
          <p:spPr>
            <a:xfrm flipH="1" rot="5400008">
              <a:off x="-1696985" y="3096912"/>
              <a:ext cx="3295866" cy="1230495"/>
            </a:xfrm>
            <a:custGeom>
              <a:rect b="b" l="l" r="r" t="t"/>
              <a:pathLst>
                <a:path extrusionOk="0" h="1132" w="3027">
                  <a:moveTo>
                    <a:pt x="0" y="965"/>
                  </a:moveTo>
                  <a:cubicBezTo>
                    <a:pt x="0" y="965"/>
                    <a:pt x="0" y="964"/>
                    <a:pt x="0" y="964"/>
                  </a:cubicBezTo>
                  <a:cubicBezTo>
                    <a:pt x="0" y="963"/>
                    <a:pt x="0" y="962"/>
                    <a:pt x="0" y="961"/>
                  </a:cubicBezTo>
                  <a:cubicBezTo>
                    <a:pt x="9" y="913"/>
                    <a:pt x="16" y="864"/>
                    <a:pt x="25" y="816"/>
                  </a:cubicBezTo>
                  <a:cubicBezTo>
                    <a:pt x="38" y="742"/>
                    <a:pt x="52" y="667"/>
                    <a:pt x="66" y="592"/>
                  </a:cubicBezTo>
                  <a:cubicBezTo>
                    <a:pt x="85" y="488"/>
                    <a:pt x="107" y="385"/>
                    <a:pt x="131" y="282"/>
                  </a:cubicBezTo>
                  <a:cubicBezTo>
                    <a:pt x="145" y="222"/>
                    <a:pt x="161" y="162"/>
                    <a:pt x="180" y="104"/>
                  </a:cubicBezTo>
                  <a:cubicBezTo>
                    <a:pt x="189" y="77"/>
                    <a:pt x="198" y="51"/>
                    <a:pt x="212" y="27"/>
                  </a:cubicBezTo>
                  <a:cubicBezTo>
                    <a:pt x="216" y="20"/>
                    <a:pt x="221" y="14"/>
                    <a:pt x="226" y="8"/>
                  </a:cubicBezTo>
                  <a:cubicBezTo>
                    <a:pt x="234" y="0"/>
                    <a:pt x="242" y="1"/>
                    <a:pt x="249" y="10"/>
                  </a:cubicBezTo>
                  <a:cubicBezTo>
                    <a:pt x="284" y="54"/>
                    <a:pt x="325" y="91"/>
                    <a:pt x="371" y="123"/>
                  </a:cubicBezTo>
                  <a:cubicBezTo>
                    <a:pt x="435" y="168"/>
                    <a:pt x="503" y="202"/>
                    <a:pt x="580" y="217"/>
                  </a:cubicBezTo>
                  <a:cubicBezTo>
                    <a:pt x="621" y="225"/>
                    <a:pt x="663" y="226"/>
                    <a:pt x="704" y="219"/>
                  </a:cubicBezTo>
                  <a:cubicBezTo>
                    <a:pt x="774" y="207"/>
                    <a:pt x="844" y="194"/>
                    <a:pt x="914" y="183"/>
                  </a:cubicBezTo>
                  <a:cubicBezTo>
                    <a:pt x="960" y="176"/>
                    <a:pt x="1006" y="170"/>
                    <a:pt x="1052" y="166"/>
                  </a:cubicBezTo>
                  <a:cubicBezTo>
                    <a:pt x="1093" y="162"/>
                    <a:pt x="1135" y="159"/>
                    <a:pt x="1176" y="158"/>
                  </a:cubicBezTo>
                  <a:cubicBezTo>
                    <a:pt x="1247" y="155"/>
                    <a:pt x="1318" y="158"/>
                    <a:pt x="1389" y="171"/>
                  </a:cubicBezTo>
                  <a:cubicBezTo>
                    <a:pt x="1443" y="181"/>
                    <a:pt x="1495" y="197"/>
                    <a:pt x="1544" y="222"/>
                  </a:cubicBezTo>
                  <a:cubicBezTo>
                    <a:pt x="1585" y="243"/>
                    <a:pt x="1622" y="269"/>
                    <a:pt x="1651" y="305"/>
                  </a:cubicBezTo>
                  <a:cubicBezTo>
                    <a:pt x="1668" y="326"/>
                    <a:pt x="1681" y="350"/>
                    <a:pt x="1685" y="377"/>
                  </a:cubicBezTo>
                  <a:cubicBezTo>
                    <a:pt x="1688" y="402"/>
                    <a:pt x="1681" y="423"/>
                    <a:pt x="1658" y="436"/>
                  </a:cubicBezTo>
                  <a:cubicBezTo>
                    <a:pt x="1653" y="439"/>
                    <a:pt x="1648" y="443"/>
                    <a:pt x="1643" y="447"/>
                  </a:cubicBezTo>
                  <a:cubicBezTo>
                    <a:pt x="1607" y="480"/>
                    <a:pt x="1587" y="521"/>
                    <a:pt x="1584" y="570"/>
                  </a:cubicBezTo>
                  <a:cubicBezTo>
                    <a:pt x="1583" y="595"/>
                    <a:pt x="1589" y="619"/>
                    <a:pt x="1605" y="639"/>
                  </a:cubicBezTo>
                  <a:cubicBezTo>
                    <a:pt x="1630" y="669"/>
                    <a:pt x="1663" y="682"/>
                    <a:pt x="1701" y="686"/>
                  </a:cubicBezTo>
                  <a:cubicBezTo>
                    <a:pt x="1732" y="688"/>
                    <a:pt x="1763" y="683"/>
                    <a:pt x="1793" y="675"/>
                  </a:cubicBezTo>
                  <a:cubicBezTo>
                    <a:pt x="1837" y="665"/>
                    <a:pt x="1880" y="650"/>
                    <a:pt x="1923" y="636"/>
                  </a:cubicBezTo>
                  <a:cubicBezTo>
                    <a:pt x="1984" y="616"/>
                    <a:pt x="2046" y="595"/>
                    <a:pt x="2111" y="583"/>
                  </a:cubicBezTo>
                  <a:cubicBezTo>
                    <a:pt x="2161" y="574"/>
                    <a:pt x="2212" y="571"/>
                    <a:pt x="2263" y="578"/>
                  </a:cubicBezTo>
                  <a:cubicBezTo>
                    <a:pt x="2313" y="585"/>
                    <a:pt x="2359" y="601"/>
                    <a:pt x="2403" y="627"/>
                  </a:cubicBezTo>
                  <a:cubicBezTo>
                    <a:pt x="2456" y="660"/>
                    <a:pt x="2498" y="704"/>
                    <a:pt x="2533" y="756"/>
                  </a:cubicBezTo>
                  <a:cubicBezTo>
                    <a:pt x="2562" y="799"/>
                    <a:pt x="2584" y="846"/>
                    <a:pt x="2604" y="894"/>
                  </a:cubicBezTo>
                  <a:cubicBezTo>
                    <a:pt x="2610" y="908"/>
                    <a:pt x="2616" y="921"/>
                    <a:pt x="2625" y="933"/>
                  </a:cubicBezTo>
                  <a:cubicBezTo>
                    <a:pt x="2646" y="961"/>
                    <a:pt x="2672" y="983"/>
                    <a:pt x="2701" y="1003"/>
                  </a:cubicBezTo>
                  <a:cubicBezTo>
                    <a:pt x="2787" y="1063"/>
                    <a:pt x="2883" y="1101"/>
                    <a:pt x="2985" y="1123"/>
                  </a:cubicBezTo>
                  <a:cubicBezTo>
                    <a:pt x="2999" y="1127"/>
                    <a:pt x="3013" y="1129"/>
                    <a:pt x="3027" y="1132"/>
                  </a:cubicBezTo>
                  <a:cubicBezTo>
                    <a:pt x="3023" y="1132"/>
                    <a:pt x="3018" y="1132"/>
                    <a:pt x="3014" y="1132"/>
                  </a:cubicBezTo>
                  <a:cubicBezTo>
                    <a:pt x="2981" y="1130"/>
                    <a:pt x="2949" y="1128"/>
                    <a:pt x="2916" y="1126"/>
                  </a:cubicBezTo>
                  <a:cubicBezTo>
                    <a:pt x="2885" y="1124"/>
                    <a:pt x="2854" y="1123"/>
                    <a:pt x="2823" y="1121"/>
                  </a:cubicBezTo>
                  <a:cubicBezTo>
                    <a:pt x="2790" y="1119"/>
                    <a:pt x="2758" y="1117"/>
                    <a:pt x="2726" y="1116"/>
                  </a:cubicBezTo>
                  <a:cubicBezTo>
                    <a:pt x="2700" y="1114"/>
                    <a:pt x="2675" y="1113"/>
                    <a:pt x="2649" y="1112"/>
                  </a:cubicBezTo>
                  <a:cubicBezTo>
                    <a:pt x="2617" y="1110"/>
                    <a:pt x="2584" y="1108"/>
                    <a:pt x="2551" y="1106"/>
                  </a:cubicBezTo>
                  <a:cubicBezTo>
                    <a:pt x="2520" y="1104"/>
                    <a:pt x="2489" y="1103"/>
                    <a:pt x="2458" y="1101"/>
                  </a:cubicBezTo>
                  <a:cubicBezTo>
                    <a:pt x="2426" y="1099"/>
                    <a:pt x="2393" y="1097"/>
                    <a:pt x="2360" y="1096"/>
                  </a:cubicBezTo>
                  <a:cubicBezTo>
                    <a:pt x="2329" y="1094"/>
                    <a:pt x="2298" y="1092"/>
                    <a:pt x="2267" y="1090"/>
                  </a:cubicBezTo>
                  <a:cubicBezTo>
                    <a:pt x="2234" y="1089"/>
                    <a:pt x="2202" y="1087"/>
                    <a:pt x="2169" y="1085"/>
                  </a:cubicBezTo>
                  <a:cubicBezTo>
                    <a:pt x="2144" y="1084"/>
                    <a:pt x="2119" y="1082"/>
                    <a:pt x="2093" y="1081"/>
                  </a:cubicBezTo>
                  <a:cubicBezTo>
                    <a:pt x="2061" y="1079"/>
                    <a:pt x="2029" y="1077"/>
                    <a:pt x="1997" y="1075"/>
                  </a:cubicBezTo>
                  <a:cubicBezTo>
                    <a:pt x="1965" y="1074"/>
                    <a:pt x="1934" y="1072"/>
                    <a:pt x="1902" y="1070"/>
                  </a:cubicBezTo>
                  <a:cubicBezTo>
                    <a:pt x="1870" y="1068"/>
                    <a:pt x="1837" y="1067"/>
                    <a:pt x="1804" y="1065"/>
                  </a:cubicBezTo>
                  <a:cubicBezTo>
                    <a:pt x="1773" y="1063"/>
                    <a:pt x="1742" y="1061"/>
                    <a:pt x="1711" y="1060"/>
                  </a:cubicBezTo>
                  <a:cubicBezTo>
                    <a:pt x="1679" y="1058"/>
                    <a:pt x="1646" y="1056"/>
                    <a:pt x="1613" y="1054"/>
                  </a:cubicBezTo>
                  <a:cubicBezTo>
                    <a:pt x="1582" y="1052"/>
                    <a:pt x="1551" y="1051"/>
                    <a:pt x="1520" y="1049"/>
                  </a:cubicBezTo>
                  <a:cubicBezTo>
                    <a:pt x="1488" y="1047"/>
                    <a:pt x="1455" y="1045"/>
                    <a:pt x="1422" y="1044"/>
                  </a:cubicBezTo>
                  <a:cubicBezTo>
                    <a:pt x="1397" y="1042"/>
                    <a:pt x="1372" y="1041"/>
                    <a:pt x="1346" y="1039"/>
                  </a:cubicBezTo>
                  <a:cubicBezTo>
                    <a:pt x="1314" y="1038"/>
                    <a:pt x="1282" y="1036"/>
                    <a:pt x="1249" y="1034"/>
                  </a:cubicBezTo>
                  <a:cubicBezTo>
                    <a:pt x="1224" y="1033"/>
                    <a:pt x="1198" y="1031"/>
                    <a:pt x="1173" y="1030"/>
                  </a:cubicBezTo>
                  <a:cubicBezTo>
                    <a:pt x="1140" y="1028"/>
                    <a:pt x="1107" y="1026"/>
                    <a:pt x="1075" y="1024"/>
                  </a:cubicBezTo>
                  <a:cubicBezTo>
                    <a:pt x="1049" y="1023"/>
                    <a:pt x="1024" y="1022"/>
                    <a:pt x="999" y="1020"/>
                  </a:cubicBezTo>
                  <a:cubicBezTo>
                    <a:pt x="966" y="1018"/>
                    <a:pt x="934" y="1017"/>
                    <a:pt x="902" y="1015"/>
                  </a:cubicBezTo>
                  <a:cubicBezTo>
                    <a:pt x="876" y="1013"/>
                    <a:pt x="851" y="1012"/>
                    <a:pt x="825" y="1011"/>
                  </a:cubicBezTo>
                  <a:cubicBezTo>
                    <a:pt x="793" y="1009"/>
                    <a:pt x="760" y="1007"/>
                    <a:pt x="727" y="1005"/>
                  </a:cubicBezTo>
                  <a:cubicBezTo>
                    <a:pt x="702" y="1004"/>
                    <a:pt x="677" y="1002"/>
                    <a:pt x="652" y="1001"/>
                  </a:cubicBezTo>
                  <a:cubicBezTo>
                    <a:pt x="619" y="999"/>
                    <a:pt x="587" y="997"/>
                    <a:pt x="554" y="996"/>
                  </a:cubicBezTo>
                  <a:cubicBezTo>
                    <a:pt x="529" y="994"/>
                    <a:pt x="503" y="993"/>
                    <a:pt x="478" y="991"/>
                  </a:cubicBezTo>
                  <a:cubicBezTo>
                    <a:pt x="445" y="990"/>
                    <a:pt x="413" y="988"/>
                    <a:pt x="381" y="986"/>
                  </a:cubicBezTo>
                  <a:cubicBezTo>
                    <a:pt x="355" y="985"/>
                    <a:pt x="330" y="983"/>
                    <a:pt x="304" y="982"/>
                  </a:cubicBezTo>
                  <a:cubicBezTo>
                    <a:pt x="272" y="980"/>
                    <a:pt x="240" y="978"/>
                    <a:pt x="208" y="976"/>
                  </a:cubicBezTo>
                  <a:cubicBezTo>
                    <a:pt x="176" y="975"/>
                    <a:pt x="145" y="973"/>
                    <a:pt x="114" y="971"/>
                  </a:cubicBezTo>
                  <a:cubicBezTo>
                    <a:pt x="76" y="969"/>
                    <a:pt x="38" y="967"/>
                    <a:pt x="0" y="96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23"/>
            <p:cNvSpPr/>
            <p:nvPr/>
          </p:nvSpPr>
          <p:spPr>
            <a:xfrm>
              <a:off x="7088631" y="-1547674"/>
              <a:ext cx="4002717" cy="2879952"/>
            </a:xfrm>
            <a:custGeom>
              <a:rect b="b" l="l" r="r" t="t"/>
              <a:pathLst>
                <a:path extrusionOk="0" h="1837" w="2548">
                  <a:moveTo>
                    <a:pt x="931" y="198"/>
                  </a:moveTo>
                  <a:cubicBezTo>
                    <a:pt x="931" y="198"/>
                    <a:pt x="537" y="220"/>
                    <a:pt x="317" y="374"/>
                  </a:cubicBezTo>
                  <a:cubicBezTo>
                    <a:pt x="98" y="527"/>
                    <a:pt x="0" y="878"/>
                    <a:pt x="153" y="1092"/>
                  </a:cubicBezTo>
                  <a:cubicBezTo>
                    <a:pt x="306" y="1305"/>
                    <a:pt x="487" y="1037"/>
                    <a:pt x="674" y="1168"/>
                  </a:cubicBezTo>
                  <a:cubicBezTo>
                    <a:pt x="860" y="1300"/>
                    <a:pt x="821" y="1443"/>
                    <a:pt x="821" y="1557"/>
                  </a:cubicBezTo>
                  <a:cubicBezTo>
                    <a:pt x="821" y="1776"/>
                    <a:pt x="975" y="1837"/>
                    <a:pt x="1150" y="1787"/>
                  </a:cubicBezTo>
                  <a:cubicBezTo>
                    <a:pt x="1326" y="1738"/>
                    <a:pt x="1429" y="1482"/>
                    <a:pt x="1649" y="1535"/>
                  </a:cubicBezTo>
                  <a:cubicBezTo>
                    <a:pt x="2032" y="1629"/>
                    <a:pt x="2548" y="1519"/>
                    <a:pt x="2021" y="735"/>
                  </a:cubicBezTo>
                  <a:cubicBezTo>
                    <a:pt x="1528" y="0"/>
                    <a:pt x="931" y="198"/>
                    <a:pt x="931" y="1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5" name="Google Shape;165;p23"/>
          <p:cNvSpPr/>
          <p:nvPr/>
        </p:nvSpPr>
        <p:spPr>
          <a:xfrm flipH="1" rot="-2914627">
            <a:off x="4862425" y="4157758"/>
            <a:ext cx="6762654" cy="1013931"/>
          </a:xfrm>
          <a:custGeom>
            <a:rect b="b" l="l" r="r" t="t"/>
            <a:pathLst>
              <a:path extrusionOk="0" h="967" w="6438">
                <a:moveTo>
                  <a:pt x="2054" y="967"/>
                </a:moveTo>
                <a:cubicBezTo>
                  <a:pt x="2006" y="967"/>
                  <a:pt x="1969" y="958"/>
                  <a:pt x="1950" y="934"/>
                </a:cubicBezTo>
                <a:cubicBezTo>
                  <a:pt x="1928" y="905"/>
                  <a:pt x="1936" y="861"/>
                  <a:pt x="1973" y="804"/>
                </a:cubicBezTo>
                <a:cubicBezTo>
                  <a:pt x="1997" y="768"/>
                  <a:pt x="2050" y="718"/>
                  <a:pt x="2110" y="661"/>
                </a:cubicBezTo>
                <a:cubicBezTo>
                  <a:pt x="2248" y="531"/>
                  <a:pt x="2436" y="354"/>
                  <a:pt x="2392" y="225"/>
                </a:cubicBezTo>
                <a:cubicBezTo>
                  <a:pt x="2358" y="130"/>
                  <a:pt x="2197" y="69"/>
                  <a:pt x="1913" y="45"/>
                </a:cubicBezTo>
                <a:cubicBezTo>
                  <a:pt x="1393" y="0"/>
                  <a:pt x="906" y="113"/>
                  <a:pt x="589" y="215"/>
                </a:cubicBezTo>
                <a:cubicBezTo>
                  <a:pt x="245" y="325"/>
                  <a:pt x="22" y="448"/>
                  <a:pt x="19" y="449"/>
                </a:cubicBezTo>
                <a:cubicBezTo>
                  <a:pt x="14" y="453"/>
                  <a:pt x="6" y="450"/>
                  <a:pt x="3" y="445"/>
                </a:cubicBezTo>
                <a:cubicBezTo>
                  <a:pt x="0" y="439"/>
                  <a:pt x="2" y="432"/>
                  <a:pt x="8" y="428"/>
                </a:cubicBezTo>
                <a:cubicBezTo>
                  <a:pt x="10" y="427"/>
                  <a:pt x="235" y="303"/>
                  <a:pt x="581" y="192"/>
                </a:cubicBezTo>
                <a:cubicBezTo>
                  <a:pt x="784" y="127"/>
                  <a:pt x="989" y="78"/>
                  <a:pt x="1189" y="48"/>
                </a:cubicBezTo>
                <a:cubicBezTo>
                  <a:pt x="1440" y="10"/>
                  <a:pt x="1684" y="1"/>
                  <a:pt x="1915" y="21"/>
                </a:cubicBezTo>
                <a:cubicBezTo>
                  <a:pt x="2214" y="46"/>
                  <a:pt x="2377" y="111"/>
                  <a:pt x="2414" y="218"/>
                </a:cubicBezTo>
                <a:cubicBezTo>
                  <a:pt x="2464" y="360"/>
                  <a:pt x="2277" y="537"/>
                  <a:pt x="2127" y="678"/>
                </a:cubicBezTo>
                <a:cubicBezTo>
                  <a:pt x="2067" y="735"/>
                  <a:pt x="2016" y="783"/>
                  <a:pt x="1994" y="817"/>
                </a:cubicBezTo>
                <a:cubicBezTo>
                  <a:pt x="1972" y="850"/>
                  <a:pt x="1951" y="894"/>
                  <a:pt x="1969" y="919"/>
                </a:cubicBezTo>
                <a:cubicBezTo>
                  <a:pt x="2003" y="963"/>
                  <a:pt x="2152" y="947"/>
                  <a:pt x="2369" y="877"/>
                </a:cubicBezTo>
                <a:cubicBezTo>
                  <a:pt x="2383" y="872"/>
                  <a:pt x="2397" y="867"/>
                  <a:pt x="2413" y="862"/>
                </a:cubicBezTo>
                <a:cubicBezTo>
                  <a:pt x="2579" y="808"/>
                  <a:pt x="2858" y="716"/>
                  <a:pt x="3210" y="665"/>
                </a:cubicBezTo>
                <a:cubicBezTo>
                  <a:pt x="3634" y="603"/>
                  <a:pt x="4062" y="613"/>
                  <a:pt x="4483" y="695"/>
                </a:cubicBezTo>
                <a:cubicBezTo>
                  <a:pt x="5426" y="879"/>
                  <a:pt x="6132" y="889"/>
                  <a:pt x="6418" y="722"/>
                </a:cubicBezTo>
                <a:cubicBezTo>
                  <a:pt x="6424" y="719"/>
                  <a:pt x="6432" y="721"/>
                  <a:pt x="6435" y="727"/>
                </a:cubicBezTo>
                <a:cubicBezTo>
                  <a:pt x="6438" y="732"/>
                  <a:pt x="6436" y="740"/>
                  <a:pt x="6431" y="743"/>
                </a:cubicBezTo>
                <a:cubicBezTo>
                  <a:pt x="6292" y="824"/>
                  <a:pt x="6062" y="865"/>
                  <a:pt x="5747" y="865"/>
                </a:cubicBezTo>
                <a:cubicBezTo>
                  <a:pt x="5743" y="865"/>
                  <a:pt x="5738" y="864"/>
                  <a:pt x="5734" y="864"/>
                </a:cubicBezTo>
                <a:cubicBezTo>
                  <a:pt x="5392" y="863"/>
                  <a:pt x="4969" y="814"/>
                  <a:pt x="4478" y="718"/>
                </a:cubicBezTo>
                <a:cubicBezTo>
                  <a:pt x="3506" y="529"/>
                  <a:pt x="2773" y="769"/>
                  <a:pt x="2421" y="885"/>
                </a:cubicBezTo>
                <a:cubicBezTo>
                  <a:pt x="2405" y="890"/>
                  <a:pt x="2390" y="895"/>
                  <a:pt x="2376" y="900"/>
                </a:cubicBezTo>
                <a:cubicBezTo>
                  <a:pt x="2269" y="934"/>
                  <a:pt x="2144" y="967"/>
                  <a:pt x="2054" y="96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lata"/>
              <a:buNone/>
              <a:defRPr sz="30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Orelega One"/>
              <a:buNone/>
              <a:defRPr sz="3500">
                <a:solidFill>
                  <a:schemeClr val="lt2"/>
                </a:solidFill>
                <a:latin typeface="Orelega One"/>
                <a:ea typeface="Orelega One"/>
                <a:cs typeface="Orelega One"/>
                <a:sym typeface="Oreleg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Orelega One"/>
              <a:buNone/>
              <a:defRPr sz="3500">
                <a:solidFill>
                  <a:schemeClr val="lt2"/>
                </a:solidFill>
                <a:latin typeface="Orelega One"/>
                <a:ea typeface="Orelega One"/>
                <a:cs typeface="Orelega One"/>
                <a:sym typeface="Oreleg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Orelega One"/>
              <a:buNone/>
              <a:defRPr sz="3500">
                <a:solidFill>
                  <a:schemeClr val="lt2"/>
                </a:solidFill>
                <a:latin typeface="Orelega One"/>
                <a:ea typeface="Orelega One"/>
                <a:cs typeface="Orelega One"/>
                <a:sym typeface="Oreleg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Orelega One"/>
              <a:buNone/>
              <a:defRPr sz="3500">
                <a:solidFill>
                  <a:schemeClr val="lt2"/>
                </a:solidFill>
                <a:latin typeface="Orelega One"/>
                <a:ea typeface="Orelega One"/>
                <a:cs typeface="Orelega One"/>
                <a:sym typeface="Oreleg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Orelega One"/>
              <a:buNone/>
              <a:defRPr sz="3500">
                <a:solidFill>
                  <a:schemeClr val="lt2"/>
                </a:solidFill>
                <a:latin typeface="Orelega One"/>
                <a:ea typeface="Orelega One"/>
                <a:cs typeface="Orelega One"/>
                <a:sym typeface="Oreleg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Orelega One"/>
              <a:buNone/>
              <a:defRPr sz="3500">
                <a:solidFill>
                  <a:schemeClr val="lt2"/>
                </a:solidFill>
                <a:latin typeface="Orelega One"/>
                <a:ea typeface="Orelega One"/>
                <a:cs typeface="Orelega One"/>
                <a:sym typeface="Oreleg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Orelega One"/>
              <a:buNone/>
              <a:defRPr sz="3500">
                <a:solidFill>
                  <a:schemeClr val="lt2"/>
                </a:solidFill>
                <a:latin typeface="Orelega One"/>
                <a:ea typeface="Orelega One"/>
                <a:cs typeface="Orelega One"/>
                <a:sym typeface="Oreleg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Orelega One"/>
              <a:buNone/>
              <a:defRPr sz="3500">
                <a:solidFill>
                  <a:schemeClr val="lt2"/>
                </a:solidFill>
                <a:latin typeface="Orelega One"/>
                <a:ea typeface="Orelega One"/>
                <a:cs typeface="Orelega One"/>
                <a:sym typeface="Orelega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/>
          <p:nvPr>
            <p:ph type="ctrTitle"/>
          </p:nvPr>
        </p:nvSpPr>
        <p:spPr>
          <a:xfrm>
            <a:off x="957625" y="981975"/>
            <a:ext cx="5946300" cy="223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Искусственный интеллект в медицине</a:t>
            </a:r>
            <a:endParaRPr/>
          </a:p>
        </p:txBody>
      </p:sp>
      <p:sp>
        <p:nvSpPr>
          <p:cNvPr id="171" name="Google Shape;171;p24"/>
          <p:cNvSpPr txBox="1"/>
          <p:nvPr>
            <p:ph idx="1" type="subTitle"/>
          </p:nvPr>
        </p:nvSpPr>
        <p:spPr>
          <a:xfrm>
            <a:off x="957625" y="3219575"/>
            <a:ext cx="48432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Хорошо или плохо?</a:t>
            </a:r>
            <a:endParaRPr/>
          </a:p>
        </p:txBody>
      </p:sp>
      <p:sp>
        <p:nvSpPr>
          <p:cNvPr id="172" name="Google Shape;172;p24"/>
          <p:cNvSpPr/>
          <p:nvPr/>
        </p:nvSpPr>
        <p:spPr>
          <a:xfrm>
            <a:off x="5582175" y="-1862221"/>
            <a:ext cx="4843200" cy="3484665"/>
          </a:xfrm>
          <a:custGeom>
            <a:rect b="b" l="l" r="r" t="t"/>
            <a:pathLst>
              <a:path extrusionOk="0" h="1837" w="2548">
                <a:moveTo>
                  <a:pt x="931" y="198"/>
                </a:moveTo>
                <a:cubicBezTo>
                  <a:pt x="931" y="198"/>
                  <a:pt x="537" y="220"/>
                  <a:pt x="317" y="374"/>
                </a:cubicBezTo>
                <a:cubicBezTo>
                  <a:pt x="98" y="527"/>
                  <a:pt x="0" y="878"/>
                  <a:pt x="153" y="1092"/>
                </a:cubicBezTo>
                <a:cubicBezTo>
                  <a:pt x="306" y="1305"/>
                  <a:pt x="487" y="1037"/>
                  <a:pt x="674" y="1168"/>
                </a:cubicBezTo>
                <a:cubicBezTo>
                  <a:pt x="860" y="1300"/>
                  <a:pt x="821" y="1443"/>
                  <a:pt x="821" y="1557"/>
                </a:cubicBezTo>
                <a:cubicBezTo>
                  <a:pt x="821" y="1776"/>
                  <a:pt x="975" y="1837"/>
                  <a:pt x="1150" y="1787"/>
                </a:cubicBezTo>
                <a:cubicBezTo>
                  <a:pt x="1326" y="1738"/>
                  <a:pt x="1429" y="1482"/>
                  <a:pt x="1649" y="1535"/>
                </a:cubicBezTo>
                <a:cubicBezTo>
                  <a:pt x="2032" y="1629"/>
                  <a:pt x="2548" y="1519"/>
                  <a:pt x="2021" y="735"/>
                </a:cubicBezTo>
                <a:cubicBezTo>
                  <a:pt x="1528" y="0"/>
                  <a:pt x="931" y="198"/>
                  <a:pt x="931" y="19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6044727" y="3182803"/>
            <a:ext cx="1359925" cy="1558500"/>
          </a:xfrm>
          <a:custGeom>
            <a:rect b="b" l="l" r="r" t="t"/>
            <a:pathLst>
              <a:path extrusionOk="0" h="1086" w="946">
                <a:moveTo>
                  <a:pt x="0" y="998"/>
                </a:moveTo>
                <a:cubicBezTo>
                  <a:pt x="5" y="982"/>
                  <a:pt x="11" y="967"/>
                  <a:pt x="17" y="951"/>
                </a:cubicBezTo>
                <a:cubicBezTo>
                  <a:pt x="60" y="850"/>
                  <a:pt x="133" y="780"/>
                  <a:pt x="239" y="748"/>
                </a:cubicBezTo>
                <a:cubicBezTo>
                  <a:pt x="269" y="739"/>
                  <a:pt x="281" y="726"/>
                  <a:pt x="285" y="693"/>
                </a:cubicBezTo>
                <a:cubicBezTo>
                  <a:pt x="301" y="540"/>
                  <a:pt x="395" y="446"/>
                  <a:pt x="525" y="381"/>
                </a:cubicBezTo>
                <a:cubicBezTo>
                  <a:pt x="542" y="372"/>
                  <a:pt x="559" y="367"/>
                  <a:pt x="577" y="360"/>
                </a:cubicBezTo>
                <a:cubicBezTo>
                  <a:pt x="586" y="357"/>
                  <a:pt x="590" y="353"/>
                  <a:pt x="592" y="342"/>
                </a:cubicBezTo>
                <a:cubicBezTo>
                  <a:pt x="605" y="278"/>
                  <a:pt x="617" y="214"/>
                  <a:pt x="642" y="153"/>
                </a:cubicBezTo>
                <a:cubicBezTo>
                  <a:pt x="670" y="88"/>
                  <a:pt x="712" y="35"/>
                  <a:pt x="777" y="3"/>
                </a:cubicBezTo>
                <a:cubicBezTo>
                  <a:pt x="778" y="2"/>
                  <a:pt x="779" y="1"/>
                  <a:pt x="780" y="0"/>
                </a:cubicBezTo>
                <a:cubicBezTo>
                  <a:pt x="782" y="0"/>
                  <a:pt x="784" y="0"/>
                  <a:pt x="787" y="0"/>
                </a:cubicBezTo>
                <a:cubicBezTo>
                  <a:pt x="795" y="8"/>
                  <a:pt x="791" y="13"/>
                  <a:pt x="783" y="18"/>
                </a:cubicBezTo>
                <a:cubicBezTo>
                  <a:pt x="769" y="27"/>
                  <a:pt x="755" y="36"/>
                  <a:pt x="741" y="45"/>
                </a:cubicBezTo>
                <a:cubicBezTo>
                  <a:pt x="792" y="92"/>
                  <a:pt x="840" y="138"/>
                  <a:pt x="888" y="183"/>
                </a:cubicBezTo>
                <a:cubicBezTo>
                  <a:pt x="902" y="169"/>
                  <a:pt x="915" y="155"/>
                  <a:pt x="928" y="143"/>
                </a:cubicBezTo>
                <a:cubicBezTo>
                  <a:pt x="933" y="139"/>
                  <a:pt x="940" y="138"/>
                  <a:pt x="946" y="136"/>
                </a:cubicBezTo>
                <a:cubicBezTo>
                  <a:pt x="946" y="139"/>
                  <a:pt x="946" y="143"/>
                  <a:pt x="946" y="146"/>
                </a:cubicBezTo>
                <a:cubicBezTo>
                  <a:pt x="942" y="149"/>
                  <a:pt x="939" y="152"/>
                  <a:pt x="935" y="156"/>
                </a:cubicBezTo>
                <a:cubicBezTo>
                  <a:pt x="850" y="253"/>
                  <a:pt x="746" y="322"/>
                  <a:pt x="622" y="360"/>
                </a:cubicBezTo>
                <a:cubicBezTo>
                  <a:pt x="607" y="365"/>
                  <a:pt x="601" y="372"/>
                  <a:pt x="597" y="387"/>
                </a:cubicBezTo>
                <a:cubicBezTo>
                  <a:pt x="583" y="457"/>
                  <a:pt x="565" y="525"/>
                  <a:pt x="524" y="585"/>
                </a:cubicBezTo>
                <a:cubicBezTo>
                  <a:pt x="474" y="659"/>
                  <a:pt x="403" y="704"/>
                  <a:pt x="320" y="733"/>
                </a:cubicBezTo>
                <a:cubicBezTo>
                  <a:pt x="300" y="741"/>
                  <a:pt x="292" y="752"/>
                  <a:pt x="288" y="772"/>
                </a:cubicBezTo>
                <a:cubicBezTo>
                  <a:pt x="273" y="861"/>
                  <a:pt x="242" y="945"/>
                  <a:pt x="190" y="1018"/>
                </a:cubicBezTo>
                <a:cubicBezTo>
                  <a:pt x="173" y="1043"/>
                  <a:pt x="150" y="1063"/>
                  <a:pt x="130" y="1086"/>
                </a:cubicBezTo>
                <a:cubicBezTo>
                  <a:pt x="126" y="1086"/>
                  <a:pt x="123" y="1086"/>
                  <a:pt x="120" y="1086"/>
                </a:cubicBezTo>
                <a:cubicBezTo>
                  <a:pt x="108" y="1067"/>
                  <a:pt x="134" y="1066"/>
                  <a:pt x="135" y="1054"/>
                </a:cubicBezTo>
                <a:cubicBezTo>
                  <a:pt x="98" y="1027"/>
                  <a:pt x="61" y="1001"/>
                  <a:pt x="23" y="973"/>
                </a:cubicBezTo>
                <a:cubicBezTo>
                  <a:pt x="19" y="985"/>
                  <a:pt x="16" y="993"/>
                  <a:pt x="13" y="1002"/>
                </a:cubicBezTo>
                <a:cubicBezTo>
                  <a:pt x="11" y="1010"/>
                  <a:pt x="7" y="1013"/>
                  <a:pt x="0" y="1008"/>
                </a:cubicBezTo>
                <a:cubicBezTo>
                  <a:pt x="0" y="1004"/>
                  <a:pt x="0" y="1001"/>
                  <a:pt x="0" y="998"/>
                </a:cubicBezTo>
                <a:close/>
                <a:moveTo>
                  <a:pt x="878" y="193"/>
                </a:moveTo>
                <a:cubicBezTo>
                  <a:pt x="829" y="146"/>
                  <a:pt x="780" y="100"/>
                  <a:pt x="731" y="54"/>
                </a:cubicBezTo>
                <a:cubicBezTo>
                  <a:pt x="721" y="65"/>
                  <a:pt x="713" y="73"/>
                  <a:pt x="705" y="82"/>
                </a:cubicBezTo>
                <a:cubicBezTo>
                  <a:pt x="746" y="135"/>
                  <a:pt x="792" y="181"/>
                  <a:pt x="846" y="221"/>
                </a:cubicBezTo>
                <a:cubicBezTo>
                  <a:pt x="857" y="212"/>
                  <a:pt x="867" y="203"/>
                  <a:pt x="878" y="193"/>
                </a:cubicBezTo>
                <a:close/>
                <a:moveTo>
                  <a:pt x="666" y="147"/>
                </a:moveTo>
                <a:cubicBezTo>
                  <a:pt x="652" y="168"/>
                  <a:pt x="649" y="187"/>
                  <a:pt x="649" y="187"/>
                </a:cubicBezTo>
                <a:cubicBezTo>
                  <a:pt x="651" y="194"/>
                  <a:pt x="660" y="204"/>
                  <a:pt x="669" y="214"/>
                </a:cubicBezTo>
                <a:cubicBezTo>
                  <a:pt x="672" y="217"/>
                  <a:pt x="675" y="221"/>
                  <a:pt x="679" y="225"/>
                </a:cubicBezTo>
                <a:cubicBezTo>
                  <a:pt x="698" y="243"/>
                  <a:pt x="725" y="270"/>
                  <a:pt x="745" y="288"/>
                </a:cubicBezTo>
                <a:cubicBezTo>
                  <a:pt x="745" y="288"/>
                  <a:pt x="750" y="285"/>
                  <a:pt x="754" y="283"/>
                </a:cubicBezTo>
                <a:cubicBezTo>
                  <a:pt x="768" y="276"/>
                  <a:pt x="780" y="267"/>
                  <a:pt x="793" y="259"/>
                </a:cubicBezTo>
                <a:cubicBezTo>
                  <a:pt x="750" y="221"/>
                  <a:pt x="708" y="184"/>
                  <a:pt x="666" y="147"/>
                </a:cubicBezTo>
                <a:close/>
                <a:moveTo>
                  <a:pt x="423" y="464"/>
                </a:moveTo>
                <a:cubicBezTo>
                  <a:pt x="411" y="476"/>
                  <a:pt x="400" y="488"/>
                  <a:pt x="388" y="502"/>
                </a:cubicBezTo>
                <a:cubicBezTo>
                  <a:pt x="425" y="534"/>
                  <a:pt x="461" y="565"/>
                  <a:pt x="498" y="597"/>
                </a:cubicBezTo>
                <a:cubicBezTo>
                  <a:pt x="507" y="582"/>
                  <a:pt x="516" y="568"/>
                  <a:pt x="524" y="556"/>
                </a:cubicBezTo>
                <a:cubicBezTo>
                  <a:pt x="489" y="525"/>
                  <a:pt x="457" y="495"/>
                  <a:pt x="423" y="464"/>
                </a:cubicBezTo>
                <a:close/>
                <a:moveTo>
                  <a:pt x="671" y="133"/>
                </a:moveTo>
                <a:cubicBezTo>
                  <a:pt x="717" y="172"/>
                  <a:pt x="762" y="211"/>
                  <a:pt x="807" y="250"/>
                </a:cubicBezTo>
                <a:cubicBezTo>
                  <a:pt x="817" y="243"/>
                  <a:pt x="824" y="237"/>
                  <a:pt x="830" y="233"/>
                </a:cubicBezTo>
                <a:cubicBezTo>
                  <a:pt x="784" y="187"/>
                  <a:pt x="739" y="143"/>
                  <a:pt x="694" y="97"/>
                </a:cubicBezTo>
                <a:cubicBezTo>
                  <a:pt x="688" y="105"/>
                  <a:pt x="681" y="117"/>
                  <a:pt x="671" y="133"/>
                </a:cubicBezTo>
                <a:close/>
                <a:moveTo>
                  <a:pt x="487" y="608"/>
                </a:moveTo>
                <a:cubicBezTo>
                  <a:pt x="451" y="577"/>
                  <a:pt x="415" y="546"/>
                  <a:pt x="378" y="514"/>
                </a:cubicBezTo>
                <a:cubicBezTo>
                  <a:pt x="370" y="526"/>
                  <a:pt x="361" y="538"/>
                  <a:pt x="352" y="551"/>
                </a:cubicBezTo>
                <a:cubicBezTo>
                  <a:pt x="389" y="580"/>
                  <a:pt x="424" y="608"/>
                  <a:pt x="459" y="635"/>
                </a:cubicBezTo>
                <a:cubicBezTo>
                  <a:pt x="466" y="628"/>
                  <a:pt x="475" y="620"/>
                  <a:pt x="487" y="608"/>
                </a:cubicBezTo>
                <a:close/>
                <a:moveTo>
                  <a:pt x="52" y="912"/>
                </a:moveTo>
                <a:cubicBezTo>
                  <a:pt x="95" y="944"/>
                  <a:pt x="136" y="974"/>
                  <a:pt x="178" y="1006"/>
                </a:cubicBezTo>
                <a:cubicBezTo>
                  <a:pt x="184" y="997"/>
                  <a:pt x="189" y="989"/>
                  <a:pt x="196" y="979"/>
                </a:cubicBezTo>
                <a:cubicBezTo>
                  <a:pt x="156" y="946"/>
                  <a:pt x="116" y="913"/>
                  <a:pt x="75" y="879"/>
                </a:cubicBezTo>
                <a:cubicBezTo>
                  <a:pt x="66" y="891"/>
                  <a:pt x="59" y="902"/>
                  <a:pt x="52" y="912"/>
                </a:cubicBezTo>
                <a:close/>
                <a:moveTo>
                  <a:pt x="438" y="450"/>
                </a:moveTo>
                <a:cubicBezTo>
                  <a:pt x="453" y="467"/>
                  <a:pt x="466" y="483"/>
                  <a:pt x="481" y="498"/>
                </a:cubicBezTo>
                <a:cubicBezTo>
                  <a:pt x="497" y="512"/>
                  <a:pt x="514" y="525"/>
                  <a:pt x="533" y="540"/>
                </a:cubicBezTo>
                <a:cubicBezTo>
                  <a:pt x="539" y="527"/>
                  <a:pt x="544" y="516"/>
                  <a:pt x="548" y="504"/>
                </a:cubicBezTo>
                <a:cubicBezTo>
                  <a:pt x="549" y="501"/>
                  <a:pt x="547" y="494"/>
                  <a:pt x="544" y="492"/>
                </a:cubicBezTo>
                <a:cubicBezTo>
                  <a:pt x="519" y="470"/>
                  <a:pt x="494" y="448"/>
                  <a:pt x="468" y="426"/>
                </a:cubicBezTo>
                <a:cubicBezTo>
                  <a:pt x="456" y="436"/>
                  <a:pt x="446" y="444"/>
                  <a:pt x="438" y="450"/>
                </a:cubicBezTo>
                <a:close/>
                <a:moveTo>
                  <a:pt x="325" y="602"/>
                </a:moveTo>
                <a:cubicBezTo>
                  <a:pt x="345" y="619"/>
                  <a:pt x="364" y="635"/>
                  <a:pt x="383" y="652"/>
                </a:cubicBezTo>
                <a:cubicBezTo>
                  <a:pt x="412" y="677"/>
                  <a:pt x="412" y="677"/>
                  <a:pt x="442" y="651"/>
                </a:cubicBezTo>
                <a:cubicBezTo>
                  <a:pt x="443" y="650"/>
                  <a:pt x="444" y="649"/>
                  <a:pt x="446" y="646"/>
                </a:cubicBezTo>
                <a:cubicBezTo>
                  <a:pt x="412" y="619"/>
                  <a:pt x="379" y="592"/>
                  <a:pt x="344" y="564"/>
                </a:cubicBezTo>
                <a:cubicBezTo>
                  <a:pt x="337" y="578"/>
                  <a:pt x="331" y="590"/>
                  <a:pt x="325" y="602"/>
                </a:cubicBezTo>
                <a:close/>
                <a:moveTo>
                  <a:pt x="168" y="1018"/>
                </a:moveTo>
                <a:cubicBezTo>
                  <a:pt x="126" y="987"/>
                  <a:pt x="86" y="956"/>
                  <a:pt x="44" y="925"/>
                </a:cubicBezTo>
                <a:cubicBezTo>
                  <a:pt x="38" y="938"/>
                  <a:pt x="33" y="949"/>
                  <a:pt x="29" y="959"/>
                </a:cubicBezTo>
                <a:cubicBezTo>
                  <a:pt x="69" y="987"/>
                  <a:pt x="108" y="1014"/>
                  <a:pt x="148" y="1042"/>
                </a:cubicBezTo>
                <a:cubicBezTo>
                  <a:pt x="155" y="1034"/>
                  <a:pt x="161" y="1027"/>
                  <a:pt x="168" y="1018"/>
                </a:cubicBezTo>
                <a:close/>
                <a:moveTo>
                  <a:pt x="219" y="936"/>
                </a:moveTo>
                <a:cubicBezTo>
                  <a:pt x="181" y="905"/>
                  <a:pt x="145" y="875"/>
                  <a:pt x="107" y="844"/>
                </a:cubicBezTo>
                <a:cubicBezTo>
                  <a:pt x="98" y="853"/>
                  <a:pt x="91" y="861"/>
                  <a:pt x="86" y="868"/>
                </a:cubicBezTo>
                <a:cubicBezTo>
                  <a:pt x="126" y="900"/>
                  <a:pt x="165" y="932"/>
                  <a:pt x="204" y="964"/>
                </a:cubicBezTo>
                <a:cubicBezTo>
                  <a:pt x="208" y="956"/>
                  <a:pt x="213" y="948"/>
                  <a:pt x="219" y="936"/>
                </a:cubicBezTo>
                <a:close/>
                <a:moveTo>
                  <a:pt x="119" y="834"/>
                </a:moveTo>
                <a:cubicBezTo>
                  <a:pt x="156" y="863"/>
                  <a:pt x="191" y="892"/>
                  <a:pt x="226" y="920"/>
                </a:cubicBezTo>
                <a:cubicBezTo>
                  <a:pt x="232" y="907"/>
                  <a:pt x="236" y="895"/>
                  <a:pt x="242" y="881"/>
                </a:cubicBezTo>
                <a:cubicBezTo>
                  <a:pt x="211" y="860"/>
                  <a:pt x="181" y="840"/>
                  <a:pt x="151" y="820"/>
                </a:cubicBezTo>
                <a:cubicBezTo>
                  <a:pt x="148" y="818"/>
                  <a:pt x="141" y="818"/>
                  <a:pt x="137" y="820"/>
                </a:cubicBezTo>
                <a:cubicBezTo>
                  <a:pt x="131" y="824"/>
                  <a:pt x="125" y="829"/>
                  <a:pt x="119" y="834"/>
                </a:cubicBezTo>
                <a:close/>
                <a:moveTo>
                  <a:pt x="641" y="206"/>
                </a:moveTo>
                <a:cubicBezTo>
                  <a:pt x="638" y="216"/>
                  <a:pt x="634" y="225"/>
                  <a:pt x="632" y="235"/>
                </a:cubicBezTo>
                <a:cubicBezTo>
                  <a:pt x="632" y="239"/>
                  <a:pt x="631" y="243"/>
                  <a:pt x="631" y="243"/>
                </a:cubicBezTo>
                <a:cubicBezTo>
                  <a:pt x="653" y="264"/>
                  <a:pt x="677" y="292"/>
                  <a:pt x="699" y="313"/>
                </a:cubicBezTo>
                <a:cubicBezTo>
                  <a:pt x="709" y="308"/>
                  <a:pt x="721" y="302"/>
                  <a:pt x="728" y="298"/>
                </a:cubicBezTo>
                <a:cubicBezTo>
                  <a:pt x="699" y="267"/>
                  <a:pt x="671" y="237"/>
                  <a:pt x="641" y="206"/>
                </a:cubicBezTo>
                <a:close/>
                <a:moveTo>
                  <a:pt x="160" y="805"/>
                </a:moveTo>
                <a:cubicBezTo>
                  <a:pt x="188" y="825"/>
                  <a:pt x="217" y="844"/>
                  <a:pt x="246" y="864"/>
                </a:cubicBezTo>
                <a:cubicBezTo>
                  <a:pt x="262" y="833"/>
                  <a:pt x="262" y="831"/>
                  <a:pt x="236" y="812"/>
                </a:cubicBezTo>
                <a:cubicBezTo>
                  <a:pt x="233" y="809"/>
                  <a:pt x="230" y="807"/>
                  <a:pt x="227" y="805"/>
                </a:cubicBezTo>
                <a:cubicBezTo>
                  <a:pt x="194" y="780"/>
                  <a:pt x="194" y="780"/>
                  <a:pt x="161" y="804"/>
                </a:cubicBezTo>
                <a:cubicBezTo>
                  <a:pt x="160" y="804"/>
                  <a:pt x="160" y="804"/>
                  <a:pt x="160" y="805"/>
                </a:cubicBezTo>
                <a:close/>
                <a:moveTo>
                  <a:pt x="320" y="617"/>
                </a:moveTo>
                <a:cubicBezTo>
                  <a:pt x="306" y="658"/>
                  <a:pt x="306" y="658"/>
                  <a:pt x="334" y="684"/>
                </a:cubicBezTo>
                <a:cubicBezTo>
                  <a:pt x="342" y="690"/>
                  <a:pt x="349" y="697"/>
                  <a:pt x="357" y="705"/>
                </a:cubicBezTo>
                <a:cubicBezTo>
                  <a:pt x="369" y="698"/>
                  <a:pt x="382" y="692"/>
                  <a:pt x="395" y="684"/>
                </a:cubicBezTo>
                <a:cubicBezTo>
                  <a:pt x="370" y="662"/>
                  <a:pt x="346" y="640"/>
                  <a:pt x="320" y="617"/>
                </a:cubicBezTo>
                <a:close/>
                <a:moveTo>
                  <a:pt x="567" y="447"/>
                </a:moveTo>
                <a:cubicBezTo>
                  <a:pt x="552" y="433"/>
                  <a:pt x="538" y="419"/>
                  <a:pt x="524" y="406"/>
                </a:cubicBezTo>
                <a:cubicBezTo>
                  <a:pt x="521" y="403"/>
                  <a:pt x="514" y="401"/>
                  <a:pt x="511" y="402"/>
                </a:cubicBezTo>
                <a:cubicBezTo>
                  <a:pt x="500" y="406"/>
                  <a:pt x="491" y="412"/>
                  <a:pt x="480" y="419"/>
                </a:cubicBezTo>
                <a:cubicBezTo>
                  <a:pt x="506" y="440"/>
                  <a:pt x="531" y="460"/>
                  <a:pt x="557" y="480"/>
                </a:cubicBezTo>
                <a:cubicBezTo>
                  <a:pt x="561" y="468"/>
                  <a:pt x="565" y="456"/>
                  <a:pt x="567" y="447"/>
                </a:cubicBezTo>
                <a:close/>
                <a:moveTo>
                  <a:pt x="212" y="774"/>
                </a:moveTo>
                <a:cubicBezTo>
                  <a:pt x="230" y="787"/>
                  <a:pt x="246" y="798"/>
                  <a:pt x="264" y="811"/>
                </a:cubicBezTo>
                <a:cubicBezTo>
                  <a:pt x="268" y="791"/>
                  <a:pt x="272" y="771"/>
                  <a:pt x="277" y="749"/>
                </a:cubicBezTo>
                <a:cubicBezTo>
                  <a:pt x="253" y="758"/>
                  <a:pt x="233" y="766"/>
                  <a:pt x="212" y="774"/>
                </a:cubicBezTo>
                <a:close/>
                <a:moveTo>
                  <a:pt x="685" y="319"/>
                </a:moveTo>
                <a:cubicBezTo>
                  <a:pt x="683" y="320"/>
                  <a:pt x="686" y="318"/>
                  <a:pt x="684" y="319"/>
                </a:cubicBezTo>
                <a:cubicBezTo>
                  <a:pt x="659" y="294"/>
                  <a:pt x="645" y="283"/>
                  <a:pt x="625" y="264"/>
                </a:cubicBezTo>
                <a:cubicBezTo>
                  <a:pt x="623" y="271"/>
                  <a:pt x="620" y="284"/>
                  <a:pt x="620" y="288"/>
                </a:cubicBezTo>
                <a:cubicBezTo>
                  <a:pt x="620" y="288"/>
                  <a:pt x="625" y="292"/>
                  <a:pt x="640" y="303"/>
                </a:cubicBezTo>
                <a:cubicBezTo>
                  <a:pt x="650" y="309"/>
                  <a:pt x="660" y="317"/>
                  <a:pt x="670" y="325"/>
                </a:cubicBezTo>
                <a:cubicBezTo>
                  <a:pt x="674" y="324"/>
                  <a:pt x="680" y="321"/>
                  <a:pt x="685" y="319"/>
                </a:cubicBezTo>
                <a:close/>
                <a:moveTo>
                  <a:pt x="586" y="372"/>
                </a:moveTo>
                <a:cubicBezTo>
                  <a:pt x="566" y="379"/>
                  <a:pt x="549" y="385"/>
                  <a:pt x="530" y="393"/>
                </a:cubicBezTo>
                <a:cubicBezTo>
                  <a:pt x="545" y="406"/>
                  <a:pt x="557" y="418"/>
                  <a:pt x="572" y="431"/>
                </a:cubicBezTo>
                <a:cubicBezTo>
                  <a:pt x="577" y="411"/>
                  <a:pt x="581" y="393"/>
                  <a:pt x="586" y="372"/>
                </a:cubicBezTo>
                <a:close/>
                <a:moveTo>
                  <a:pt x="305" y="676"/>
                </a:moveTo>
                <a:cubicBezTo>
                  <a:pt x="302" y="694"/>
                  <a:pt x="300" y="709"/>
                  <a:pt x="297" y="728"/>
                </a:cubicBezTo>
                <a:cubicBezTo>
                  <a:pt x="314" y="722"/>
                  <a:pt x="327" y="717"/>
                  <a:pt x="342" y="711"/>
                </a:cubicBezTo>
                <a:cubicBezTo>
                  <a:pt x="330" y="699"/>
                  <a:pt x="319" y="689"/>
                  <a:pt x="305" y="676"/>
                </a:cubicBezTo>
                <a:close/>
                <a:moveTo>
                  <a:pt x="616" y="302"/>
                </a:moveTo>
                <a:cubicBezTo>
                  <a:pt x="612" y="319"/>
                  <a:pt x="610" y="333"/>
                  <a:pt x="606" y="350"/>
                </a:cubicBezTo>
                <a:cubicBezTo>
                  <a:pt x="624" y="343"/>
                  <a:pt x="639" y="338"/>
                  <a:pt x="656" y="332"/>
                </a:cubicBezTo>
                <a:cubicBezTo>
                  <a:pt x="641" y="321"/>
                  <a:pt x="629" y="313"/>
                  <a:pt x="616" y="30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4"/>
          <p:cNvSpPr/>
          <p:nvPr/>
        </p:nvSpPr>
        <p:spPr>
          <a:xfrm rot="3036222">
            <a:off x="5596340" y="1465633"/>
            <a:ext cx="6762643" cy="1013933"/>
          </a:xfrm>
          <a:custGeom>
            <a:rect b="b" l="l" r="r" t="t"/>
            <a:pathLst>
              <a:path extrusionOk="0" h="967" w="6438">
                <a:moveTo>
                  <a:pt x="2054" y="967"/>
                </a:moveTo>
                <a:cubicBezTo>
                  <a:pt x="2006" y="967"/>
                  <a:pt x="1969" y="958"/>
                  <a:pt x="1950" y="934"/>
                </a:cubicBezTo>
                <a:cubicBezTo>
                  <a:pt x="1928" y="905"/>
                  <a:pt x="1936" y="861"/>
                  <a:pt x="1973" y="804"/>
                </a:cubicBezTo>
                <a:cubicBezTo>
                  <a:pt x="1997" y="768"/>
                  <a:pt x="2050" y="718"/>
                  <a:pt x="2110" y="661"/>
                </a:cubicBezTo>
                <a:cubicBezTo>
                  <a:pt x="2248" y="531"/>
                  <a:pt x="2436" y="354"/>
                  <a:pt x="2392" y="225"/>
                </a:cubicBezTo>
                <a:cubicBezTo>
                  <a:pt x="2358" y="130"/>
                  <a:pt x="2197" y="69"/>
                  <a:pt x="1913" y="45"/>
                </a:cubicBezTo>
                <a:cubicBezTo>
                  <a:pt x="1393" y="0"/>
                  <a:pt x="906" y="113"/>
                  <a:pt x="589" y="215"/>
                </a:cubicBezTo>
                <a:cubicBezTo>
                  <a:pt x="245" y="325"/>
                  <a:pt x="22" y="448"/>
                  <a:pt x="19" y="449"/>
                </a:cubicBezTo>
                <a:cubicBezTo>
                  <a:pt x="14" y="453"/>
                  <a:pt x="6" y="450"/>
                  <a:pt x="3" y="445"/>
                </a:cubicBezTo>
                <a:cubicBezTo>
                  <a:pt x="0" y="439"/>
                  <a:pt x="2" y="432"/>
                  <a:pt x="8" y="428"/>
                </a:cubicBezTo>
                <a:cubicBezTo>
                  <a:pt x="10" y="427"/>
                  <a:pt x="235" y="303"/>
                  <a:pt x="581" y="192"/>
                </a:cubicBezTo>
                <a:cubicBezTo>
                  <a:pt x="784" y="127"/>
                  <a:pt x="989" y="78"/>
                  <a:pt x="1189" y="48"/>
                </a:cubicBezTo>
                <a:cubicBezTo>
                  <a:pt x="1440" y="10"/>
                  <a:pt x="1684" y="1"/>
                  <a:pt x="1915" y="21"/>
                </a:cubicBezTo>
                <a:cubicBezTo>
                  <a:pt x="2214" y="46"/>
                  <a:pt x="2377" y="111"/>
                  <a:pt x="2414" y="218"/>
                </a:cubicBezTo>
                <a:cubicBezTo>
                  <a:pt x="2464" y="360"/>
                  <a:pt x="2277" y="537"/>
                  <a:pt x="2127" y="678"/>
                </a:cubicBezTo>
                <a:cubicBezTo>
                  <a:pt x="2067" y="735"/>
                  <a:pt x="2016" y="783"/>
                  <a:pt x="1994" y="817"/>
                </a:cubicBezTo>
                <a:cubicBezTo>
                  <a:pt x="1972" y="850"/>
                  <a:pt x="1951" y="894"/>
                  <a:pt x="1969" y="919"/>
                </a:cubicBezTo>
                <a:cubicBezTo>
                  <a:pt x="2003" y="963"/>
                  <a:pt x="2152" y="947"/>
                  <a:pt x="2369" y="877"/>
                </a:cubicBezTo>
                <a:cubicBezTo>
                  <a:pt x="2383" y="872"/>
                  <a:pt x="2397" y="867"/>
                  <a:pt x="2413" y="862"/>
                </a:cubicBezTo>
                <a:cubicBezTo>
                  <a:pt x="2579" y="808"/>
                  <a:pt x="2858" y="716"/>
                  <a:pt x="3210" y="665"/>
                </a:cubicBezTo>
                <a:cubicBezTo>
                  <a:pt x="3634" y="603"/>
                  <a:pt x="4062" y="613"/>
                  <a:pt x="4483" y="695"/>
                </a:cubicBezTo>
                <a:cubicBezTo>
                  <a:pt x="5426" y="879"/>
                  <a:pt x="6132" y="889"/>
                  <a:pt x="6418" y="722"/>
                </a:cubicBezTo>
                <a:cubicBezTo>
                  <a:pt x="6424" y="719"/>
                  <a:pt x="6432" y="721"/>
                  <a:pt x="6435" y="727"/>
                </a:cubicBezTo>
                <a:cubicBezTo>
                  <a:pt x="6438" y="732"/>
                  <a:pt x="6436" y="740"/>
                  <a:pt x="6431" y="743"/>
                </a:cubicBezTo>
                <a:cubicBezTo>
                  <a:pt x="6292" y="824"/>
                  <a:pt x="6062" y="865"/>
                  <a:pt x="5747" y="865"/>
                </a:cubicBezTo>
                <a:cubicBezTo>
                  <a:pt x="5743" y="865"/>
                  <a:pt x="5738" y="864"/>
                  <a:pt x="5734" y="864"/>
                </a:cubicBezTo>
                <a:cubicBezTo>
                  <a:pt x="5392" y="863"/>
                  <a:pt x="4969" y="814"/>
                  <a:pt x="4478" y="718"/>
                </a:cubicBezTo>
                <a:cubicBezTo>
                  <a:pt x="3506" y="529"/>
                  <a:pt x="2773" y="769"/>
                  <a:pt x="2421" y="885"/>
                </a:cubicBezTo>
                <a:cubicBezTo>
                  <a:pt x="2405" y="890"/>
                  <a:pt x="2390" y="895"/>
                  <a:pt x="2376" y="900"/>
                </a:cubicBezTo>
                <a:cubicBezTo>
                  <a:pt x="2269" y="934"/>
                  <a:pt x="2144" y="967"/>
                  <a:pt x="2054" y="96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4"/>
          <p:cNvSpPr/>
          <p:nvPr/>
        </p:nvSpPr>
        <p:spPr>
          <a:xfrm>
            <a:off x="5487335" y="82877"/>
            <a:ext cx="1290149" cy="1077524"/>
          </a:xfrm>
          <a:custGeom>
            <a:rect b="b" l="l" r="r" t="t"/>
            <a:pathLst>
              <a:path extrusionOk="0" h="1853" w="2215">
                <a:moveTo>
                  <a:pt x="0" y="694"/>
                </a:moveTo>
                <a:cubicBezTo>
                  <a:pt x="7" y="667"/>
                  <a:pt x="17" y="641"/>
                  <a:pt x="36" y="620"/>
                </a:cubicBezTo>
                <a:cubicBezTo>
                  <a:pt x="42" y="614"/>
                  <a:pt x="47" y="608"/>
                  <a:pt x="53" y="603"/>
                </a:cubicBezTo>
                <a:cubicBezTo>
                  <a:pt x="75" y="587"/>
                  <a:pt x="96" y="570"/>
                  <a:pt x="119" y="556"/>
                </a:cubicBezTo>
                <a:cubicBezTo>
                  <a:pt x="170" y="524"/>
                  <a:pt x="221" y="530"/>
                  <a:pt x="271" y="561"/>
                </a:cubicBezTo>
                <a:cubicBezTo>
                  <a:pt x="274" y="563"/>
                  <a:pt x="277" y="565"/>
                  <a:pt x="280" y="567"/>
                </a:cubicBezTo>
                <a:cubicBezTo>
                  <a:pt x="402" y="434"/>
                  <a:pt x="543" y="325"/>
                  <a:pt x="690" y="223"/>
                </a:cubicBezTo>
                <a:cubicBezTo>
                  <a:pt x="676" y="171"/>
                  <a:pt x="692" y="125"/>
                  <a:pt x="720" y="83"/>
                </a:cubicBezTo>
                <a:cubicBezTo>
                  <a:pt x="749" y="41"/>
                  <a:pt x="789" y="13"/>
                  <a:pt x="839" y="2"/>
                </a:cubicBezTo>
                <a:cubicBezTo>
                  <a:pt x="840" y="2"/>
                  <a:pt x="841" y="1"/>
                  <a:pt x="842" y="0"/>
                </a:cubicBezTo>
                <a:cubicBezTo>
                  <a:pt x="852" y="0"/>
                  <a:pt x="862" y="0"/>
                  <a:pt x="872" y="0"/>
                </a:cubicBezTo>
                <a:cubicBezTo>
                  <a:pt x="960" y="19"/>
                  <a:pt x="994" y="150"/>
                  <a:pt x="965" y="213"/>
                </a:cubicBezTo>
                <a:cubicBezTo>
                  <a:pt x="956" y="233"/>
                  <a:pt x="942" y="251"/>
                  <a:pt x="929" y="272"/>
                </a:cubicBezTo>
                <a:cubicBezTo>
                  <a:pt x="1024" y="425"/>
                  <a:pt x="1126" y="579"/>
                  <a:pt x="1236" y="729"/>
                </a:cubicBezTo>
                <a:cubicBezTo>
                  <a:pt x="1239" y="726"/>
                  <a:pt x="1242" y="722"/>
                  <a:pt x="1246" y="720"/>
                </a:cubicBezTo>
                <a:cubicBezTo>
                  <a:pt x="1295" y="683"/>
                  <a:pt x="1351" y="672"/>
                  <a:pt x="1409" y="691"/>
                </a:cubicBezTo>
                <a:cubicBezTo>
                  <a:pt x="1459" y="708"/>
                  <a:pt x="1482" y="749"/>
                  <a:pt x="1488" y="799"/>
                </a:cubicBezTo>
                <a:cubicBezTo>
                  <a:pt x="1493" y="837"/>
                  <a:pt x="1484" y="872"/>
                  <a:pt x="1469" y="906"/>
                </a:cubicBezTo>
                <a:cubicBezTo>
                  <a:pt x="1467" y="910"/>
                  <a:pt x="1466" y="914"/>
                  <a:pt x="1464" y="918"/>
                </a:cubicBezTo>
                <a:cubicBezTo>
                  <a:pt x="1504" y="938"/>
                  <a:pt x="1545" y="957"/>
                  <a:pt x="1584" y="977"/>
                </a:cubicBezTo>
                <a:cubicBezTo>
                  <a:pt x="1721" y="1047"/>
                  <a:pt x="1853" y="1124"/>
                  <a:pt x="1983" y="1207"/>
                </a:cubicBezTo>
                <a:cubicBezTo>
                  <a:pt x="1997" y="1216"/>
                  <a:pt x="2012" y="1216"/>
                  <a:pt x="2028" y="1208"/>
                </a:cubicBezTo>
                <a:cubicBezTo>
                  <a:pt x="2045" y="1200"/>
                  <a:pt x="2062" y="1192"/>
                  <a:pt x="2080" y="1185"/>
                </a:cubicBezTo>
                <a:cubicBezTo>
                  <a:pt x="2104" y="1177"/>
                  <a:pt x="2128" y="1180"/>
                  <a:pt x="2148" y="1195"/>
                </a:cubicBezTo>
                <a:cubicBezTo>
                  <a:pt x="2162" y="1205"/>
                  <a:pt x="2174" y="1216"/>
                  <a:pt x="2186" y="1228"/>
                </a:cubicBezTo>
                <a:cubicBezTo>
                  <a:pt x="2210" y="1249"/>
                  <a:pt x="2215" y="1277"/>
                  <a:pt x="2207" y="1307"/>
                </a:cubicBezTo>
                <a:cubicBezTo>
                  <a:pt x="2196" y="1346"/>
                  <a:pt x="2175" y="1380"/>
                  <a:pt x="2143" y="1406"/>
                </a:cubicBezTo>
                <a:cubicBezTo>
                  <a:pt x="2104" y="1437"/>
                  <a:pt x="2061" y="1438"/>
                  <a:pt x="2018" y="1416"/>
                </a:cubicBezTo>
                <a:cubicBezTo>
                  <a:pt x="1956" y="1384"/>
                  <a:pt x="1929" y="1314"/>
                  <a:pt x="1951" y="1249"/>
                </a:cubicBezTo>
                <a:cubicBezTo>
                  <a:pt x="1952" y="1248"/>
                  <a:pt x="1952" y="1247"/>
                  <a:pt x="1952" y="1246"/>
                </a:cubicBezTo>
                <a:cubicBezTo>
                  <a:pt x="1782" y="1149"/>
                  <a:pt x="1612" y="1052"/>
                  <a:pt x="1441" y="954"/>
                </a:cubicBezTo>
                <a:cubicBezTo>
                  <a:pt x="1422" y="982"/>
                  <a:pt x="1395" y="1002"/>
                  <a:pt x="1361" y="1012"/>
                </a:cubicBezTo>
                <a:cubicBezTo>
                  <a:pt x="1368" y="1023"/>
                  <a:pt x="1368" y="1033"/>
                  <a:pt x="1359" y="1044"/>
                </a:cubicBezTo>
                <a:cubicBezTo>
                  <a:pt x="1356" y="1048"/>
                  <a:pt x="1357" y="1057"/>
                  <a:pt x="1357" y="1064"/>
                </a:cubicBezTo>
                <a:cubicBezTo>
                  <a:pt x="1353" y="1141"/>
                  <a:pt x="1342" y="1218"/>
                  <a:pt x="1322" y="1293"/>
                </a:cubicBezTo>
                <a:cubicBezTo>
                  <a:pt x="1307" y="1348"/>
                  <a:pt x="1288" y="1403"/>
                  <a:pt x="1272" y="1457"/>
                </a:cubicBezTo>
                <a:cubicBezTo>
                  <a:pt x="1267" y="1474"/>
                  <a:pt x="1263" y="1491"/>
                  <a:pt x="1258" y="1509"/>
                </a:cubicBezTo>
                <a:cubicBezTo>
                  <a:pt x="1264" y="1509"/>
                  <a:pt x="1268" y="1508"/>
                  <a:pt x="1272" y="1508"/>
                </a:cubicBezTo>
                <a:cubicBezTo>
                  <a:pt x="1310" y="1504"/>
                  <a:pt x="1346" y="1511"/>
                  <a:pt x="1374" y="1539"/>
                </a:cubicBezTo>
                <a:cubicBezTo>
                  <a:pt x="1395" y="1559"/>
                  <a:pt x="1402" y="1585"/>
                  <a:pt x="1404" y="1613"/>
                </a:cubicBezTo>
                <a:cubicBezTo>
                  <a:pt x="1407" y="1660"/>
                  <a:pt x="1403" y="1708"/>
                  <a:pt x="1392" y="1754"/>
                </a:cubicBezTo>
                <a:cubicBezTo>
                  <a:pt x="1378" y="1806"/>
                  <a:pt x="1347" y="1841"/>
                  <a:pt x="1292" y="1851"/>
                </a:cubicBezTo>
                <a:cubicBezTo>
                  <a:pt x="1292" y="1852"/>
                  <a:pt x="1291" y="1852"/>
                  <a:pt x="1291" y="1853"/>
                </a:cubicBezTo>
                <a:cubicBezTo>
                  <a:pt x="1281" y="1853"/>
                  <a:pt x="1271" y="1853"/>
                  <a:pt x="1261" y="1853"/>
                </a:cubicBezTo>
                <a:cubicBezTo>
                  <a:pt x="1221" y="1844"/>
                  <a:pt x="1187" y="1824"/>
                  <a:pt x="1161" y="1792"/>
                </a:cubicBezTo>
                <a:cubicBezTo>
                  <a:pt x="1116" y="1737"/>
                  <a:pt x="1104" y="1676"/>
                  <a:pt x="1129" y="1608"/>
                </a:cubicBezTo>
                <a:cubicBezTo>
                  <a:pt x="1139" y="1581"/>
                  <a:pt x="1158" y="1561"/>
                  <a:pt x="1183" y="1547"/>
                </a:cubicBezTo>
                <a:cubicBezTo>
                  <a:pt x="1198" y="1538"/>
                  <a:pt x="1209" y="1528"/>
                  <a:pt x="1213" y="1508"/>
                </a:cubicBezTo>
                <a:cubicBezTo>
                  <a:pt x="1227" y="1452"/>
                  <a:pt x="1245" y="1397"/>
                  <a:pt x="1262" y="1342"/>
                </a:cubicBezTo>
                <a:cubicBezTo>
                  <a:pt x="1284" y="1271"/>
                  <a:pt x="1298" y="1199"/>
                  <a:pt x="1307" y="1125"/>
                </a:cubicBezTo>
                <a:cubicBezTo>
                  <a:pt x="1311" y="1093"/>
                  <a:pt x="1314" y="1061"/>
                  <a:pt x="1317" y="1029"/>
                </a:cubicBezTo>
                <a:cubicBezTo>
                  <a:pt x="1318" y="1026"/>
                  <a:pt x="1318" y="1023"/>
                  <a:pt x="1318" y="1019"/>
                </a:cubicBezTo>
                <a:cubicBezTo>
                  <a:pt x="1246" y="1015"/>
                  <a:pt x="1185" y="993"/>
                  <a:pt x="1162" y="918"/>
                </a:cubicBezTo>
                <a:cubicBezTo>
                  <a:pt x="1145" y="860"/>
                  <a:pt x="1153" y="804"/>
                  <a:pt x="1201" y="759"/>
                </a:cubicBezTo>
                <a:cubicBezTo>
                  <a:pt x="1087" y="612"/>
                  <a:pt x="983" y="457"/>
                  <a:pt x="893" y="293"/>
                </a:cubicBezTo>
                <a:cubicBezTo>
                  <a:pt x="861" y="308"/>
                  <a:pt x="829" y="317"/>
                  <a:pt x="795" y="313"/>
                </a:cubicBezTo>
                <a:cubicBezTo>
                  <a:pt x="760" y="308"/>
                  <a:pt x="733" y="290"/>
                  <a:pt x="710" y="262"/>
                </a:cubicBezTo>
                <a:cubicBezTo>
                  <a:pt x="577" y="374"/>
                  <a:pt x="434" y="473"/>
                  <a:pt x="313" y="597"/>
                </a:cubicBezTo>
                <a:cubicBezTo>
                  <a:pt x="321" y="612"/>
                  <a:pt x="331" y="626"/>
                  <a:pt x="338" y="642"/>
                </a:cubicBezTo>
                <a:cubicBezTo>
                  <a:pt x="375" y="722"/>
                  <a:pt x="350" y="799"/>
                  <a:pt x="271" y="841"/>
                </a:cubicBezTo>
                <a:cubicBezTo>
                  <a:pt x="186" y="887"/>
                  <a:pt x="82" y="866"/>
                  <a:pt x="28" y="791"/>
                </a:cubicBezTo>
                <a:cubicBezTo>
                  <a:pt x="13" y="772"/>
                  <a:pt x="6" y="750"/>
                  <a:pt x="0" y="726"/>
                </a:cubicBezTo>
                <a:cubicBezTo>
                  <a:pt x="0" y="716"/>
                  <a:pt x="0" y="705"/>
                  <a:pt x="0" y="694"/>
                </a:cubicBezTo>
                <a:close/>
                <a:moveTo>
                  <a:pt x="46" y="713"/>
                </a:moveTo>
                <a:cubicBezTo>
                  <a:pt x="48" y="737"/>
                  <a:pt x="56" y="756"/>
                  <a:pt x="71" y="773"/>
                </a:cubicBezTo>
                <a:cubicBezTo>
                  <a:pt x="121" y="829"/>
                  <a:pt x="208" y="835"/>
                  <a:pt x="268" y="788"/>
                </a:cubicBezTo>
                <a:cubicBezTo>
                  <a:pt x="288" y="772"/>
                  <a:pt x="302" y="753"/>
                  <a:pt x="306" y="727"/>
                </a:cubicBezTo>
                <a:cubicBezTo>
                  <a:pt x="311" y="686"/>
                  <a:pt x="295" y="652"/>
                  <a:pt x="268" y="622"/>
                </a:cubicBezTo>
                <a:cubicBezTo>
                  <a:pt x="229" y="580"/>
                  <a:pt x="154" y="558"/>
                  <a:pt x="104" y="634"/>
                </a:cubicBezTo>
                <a:cubicBezTo>
                  <a:pt x="91" y="654"/>
                  <a:pt x="80" y="676"/>
                  <a:pt x="69" y="697"/>
                </a:cubicBezTo>
                <a:cubicBezTo>
                  <a:pt x="64" y="706"/>
                  <a:pt x="58" y="713"/>
                  <a:pt x="46" y="713"/>
                </a:cubicBezTo>
                <a:close/>
                <a:moveTo>
                  <a:pt x="1352" y="735"/>
                </a:moveTo>
                <a:cubicBezTo>
                  <a:pt x="1318" y="737"/>
                  <a:pt x="1280" y="747"/>
                  <a:pt x="1254" y="784"/>
                </a:cubicBezTo>
                <a:cubicBezTo>
                  <a:pt x="1252" y="787"/>
                  <a:pt x="1247" y="792"/>
                  <a:pt x="1243" y="792"/>
                </a:cubicBezTo>
                <a:cubicBezTo>
                  <a:pt x="1228" y="791"/>
                  <a:pt x="1222" y="802"/>
                  <a:pt x="1216" y="811"/>
                </a:cubicBezTo>
                <a:cubicBezTo>
                  <a:pt x="1181" y="866"/>
                  <a:pt x="1204" y="937"/>
                  <a:pt x="1265" y="959"/>
                </a:cubicBezTo>
                <a:cubicBezTo>
                  <a:pt x="1304" y="975"/>
                  <a:pt x="1344" y="978"/>
                  <a:pt x="1379" y="949"/>
                </a:cubicBezTo>
                <a:cubicBezTo>
                  <a:pt x="1421" y="914"/>
                  <a:pt x="1441" y="868"/>
                  <a:pt x="1441" y="815"/>
                </a:cubicBezTo>
                <a:cubicBezTo>
                  <a:pt x="1441" y="763"/>
                  <a:pt x="1411" y="734"/>
                  <a:pt x="1352" y="735"/>
                </a:cubicBezTo>
                <a:close/>
                <a:moveTo>
                  <a:pt x="1174" y="1611"/>
                </a:moveTo>
                <a:cubicBezTo>
                  <a:pt x="1172" y="1617"/>
                  <a:pt x="1169" y="1622"/>
                  <a:pt x="1167" y="1628"/>
                </a:cubicBezTo>
                <a:cubicBezTo>
                  <a:pt x="1160" y="1650"/>
                  <a:pt x="1162" y="1673"/>
                  <a:pt x="1168" y="1695"/>
                </a:cubicBezTo>
                <a:cubicBezTo>
                  <a:pt x="1178" y="1734"/>
                  <a:pt x="1196" y="1768"/>
                  <a:pt x="1230" y="1791"/>
                </a:cubicBezTo>
                <a:cubicBezTo>
                  <a:pt x="1259" y="1811"/>
                  <a:pt x="1290" y="1808"/>
                  <a:pt x="1317" y="1785"/>
                </a:cubicBezTo>
                <a:cubicBezTo>
                  <a:pt x="1331" y="1772"/>
                  <a:pt x="1340" y="1756"/>
                  <a:pt x="1345" y="1738"/>
                </a:cubicBezTo>
                <a:cubicBezTo>
                  <a:pt x="1357" y="1697"/>
                  <a:pt x="1357" y="1656"/>
                  <a:pt x="1350" y="1615"/>
                </a:cubicBezTo>
                <a:cubicBezTo>
                  <a:pt x="1344" y="1582"/>
                  <a:pt x="1328" y="1566"/>
                  <a:pt x="1294" y="1560"/>
                </a:cubicBezTo>
                <a:cubicBezTo>
                  <a:pt x="1287" y="1559"/>
                  <a:pt x="1279" y="1559"/>
                  <a:pt x="1272" y="1559"/>
                </a:cubicBezTo>
                <a:cubicBezTo>
                  <a:pt x="1265" y="1559"/>
                  <a:pt x="1260" y="1561"/>
                  <a:pt x="1256" y="1567"/>
                </a:cubicBezTo>
                <a:cubicBezTo>
                  <a:pt x="1252" y="1572"/>
                  <a:pt x="1244" y="1576"/>
                  <a:pt x="1238" y="1576"/>
                </a:cubicBezTo>
                <a:cubicBezTo>
                  <a:pt x="1224" y="1576"/>
                  <a:pt x="1217" y="1585"/>
                  <a:pt x="1211" y="1596"/>
                </a:cubicBezTo>
                <a:cubicBezTo>
                  <a:pt x="1200" y="1614"/>
                  <a:pt x="1197" y="1616"/>
                  <a:pt x="1174" y="1611"/>
                </a:cubicBezTo>
                <a:close/>
                <a:moveTo>
                  <a:pt x="732" y="202"/>
                </a:moveTo>
                <a:cubicBezTo>
                  <a:pt x="741" y="248"/>
                  <a:pt x="791" y="276"/>
                  <a:pt x="840" y="263"/>
                </a:cubicBezTo>
                <a:cubicBezTo>
                  <a:pt x="923" y="240"/>
                  <a:pt x="954" y="135"/>
                  <a:pt x="896" y="70"/>
                </a:cubicBezTo>
                <a:cubicBezTo>
                  <a:pt x="878" y="51"/>
                  <a:pt x="857" y="45"/>
                  <a:pt x="832" y="55"/>
                </a:cubicBezTo>
                <a:cubicBezTo>
                  <a:pt x="798" y="68"/>
                  <a:pt x="772" y="91"/>
                  <a:pt x="755" y="123"/>
                </a:cubicBezTo>
                <a:cubicBezTo>
                  <a:pt x="747" y="137"/>
                  <a:pt x="744" y="151"/>
                  <a:pt x="750" y="167"/>
                </a:cubicBezTo>
                <a:cubicBezTo>
                  <a:pt x="756" y="186"/>
                  <a:pt x="752" y="195"/>
                  <a:pt x="732" y="202"/>
                </a:cubicBezTo>
                <a:close/>
                <a:moveTo>
                  <a:pt x="1987" y="1294"/>
                </a:moveTo>
                <a:cubicBezTo>
                  <a:pt x="1991" y="1322"/>
                  <a:pt x="2002" y="1348"/>
                  <a:pt x="2027" y="1366"/>
                </a:cubicBezTo>
                <a:cubicBezTo>
                  <a:pt x="2060" y="1391"/>
                  <a:pt x="2097" y="1387"/>
                  <a:pt x="2124" y="1356"/>
                </a:cubicBezTo>
                <a:cubicBezTo>
                  <a:pt x="2140" y="1340"/>
                  <a:pt x="2150" y="1320"/>
                  <a:pt x="2155" y="1298"/>
                </a:cubicBezTo>
                <a:cubicBezTo>
                  <a:pt x="2162" y="1263"/>
                  <a:pt x="2134" y="1234"/>
                  <a:pt x="2099" y="1239"/>
                </a:cubicBezTo>
                <a:cubicBezTo>
                  <a:pt x="2074" y="1243"/>
                  <a:pt x="2052" y="1257"/>
                  <a:pt x="2031" y="1269"/>
                </a:cubicBezTo>
                <a:cubicBezTo>
                  <a:pt x="2017" y="1277"/>
                  <a:pt x="2003" y="1285"/>
                  <a:pt x="1987" y="129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ИИ в медицине</a:t>
            </a:r>
            <a:endParaRPr/>
          </a:p>
        </p:txBody>
      </p:sp>
      <p:sp>
        <p:nvSpPr>
          <p:cNvPr id="181" name="Google Shape;181;p25"/>
          <p:cNvSpPr txBox="1"/>
          <p:nvPr>
            <p:ph idx="2" type="title"/>
          </p:nvPr>
        </p:nvSpPr>
        <p:spPr>
          <a:xfrm>
            <a:off x="720000" y="1557075"/>
            <a:ext cx="8769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82" name="Google Shape;182;p25"/>
          <p:cNvSpPr txBox="1"/>
          <p:nvPr>
            <p:ph idx="3" type="title"/>
          </p:nvPr>
        </p:nvSpPr>
        <p:spPr>
          <a:xfrm>
            <a:off x="720000" y="2990496"/>
            <a:ext cx="8769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83" name="Google Shape;183;p25"/>
          <p:cNvSpPr txBox="1"/>
          <p:nvPr>
            <p:ph idx="4" type="title"/>
          </p:nvPr>
        </p:nvSpPr>
        <p:spPr>
          <a:xfrm>
            <a:off x="3419275" y="1557075"/>
            <a:ext cx="8769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84" name="Google Shape;184;p25"/>
          <p:cNvSpPr txBox="1"/>
          <p:nvPr>
            <p:ph idx="5" type="title"/>
          </p:nvPr>
        </p:nvSpPr>
        <p:spPr>
          <a:xfrm>
            <a:off x="3419275" y="2990496"/>
            <a:ext cx="8769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85" name="Google Shape;185;p25"/>
          <p:cNvSpPr txBox="1"/>
          <p:nvPr>
            <p:ph idx="1" type="subTitle"/>
          </p:nvPr>
        </p:nvSpPr>
        <p:spPr>
          <a:xfrm>
            <a:off x="720000" y="2056575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Диагностика</a:t>
            </a:r>
            <a:endParaRPr sz="2000"/>
          </a:p>
        </p:txBody>
      </p:sp>
      <p:sp>
        <p:nvSpPr>
          <p:cNvPr id="186" name="Google Shape;186;p25"/>
          <p:cNvSpPr txBox="1"/>
          <p:nvPr>
            <p:ph idx="8" type="subTitle"/>
          </p:nvPr>
        </p:nvSpPr>
        <p:spPr>
          <a:xfrm>
            <a:off x="3419275" y="2056575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Разработка лекарств</a:t>
            </a:r>
            <a:endParaRPr sz="2100"/>
          </a:p>
        </p:txBody>
      </p:sp>
      <p:sp>
        <p:nvSpPr>
          <p:cNvPr id="187" name="Google Shape;187;p25"/>
          <p:cNvSpPr txBox="1"/>
          <p:nvPr>
            <p:ph idx="9" type="subTitle"/>
          </p:nvPr>
        </p:nvSpPr>
        <p:spPr>
          <a:xfrm>
            <a:off x="720000" y="3490050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Мониторинг пациентов</a:t>
            </a:r>
            <a:endParaRPr sz="2000"/>
          </a:p>
        </p:txBody>
      </p:sp>
      <p:sp>
        <p:nvSpPr>
          <p:cNvPr id="188" name="Google Shape;188;p25"/>
          <p:cNvSpPr txBox="1"/>
          <p:nvPr>
            <p:ph idx="14" type="subTitle"/>
          </p:nvPr>
        </p:nvSpPr>
        <p:spPr>
          <a:xfrm>
            <a:off x="3419275" y="3490050"/>
            <a:ext cx="28368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Персонализированное лечение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/>
          <p:nvPr>
            <p:ph idx="4" type="subTitle"/>
          </p:nvPr>
        </p:nvSpPr>
        <p:spPr>
          <a:xfrm>
            <a:off x="862875" y="2821025"/>
            <a:ext cx="2767500" cy="5589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Возможные ошибки</a:t>
            </a:r>
            <a:endParaRPr/>
          </a:p>
        </p:txBody>
      </p:sp>
      <p:sp>
        <p:nvSpPr>
          <p:cNvPr id="194" name="Google Shape;194;p26"/>
          <p:cNvSpPr txBox="1"/>
          <p:nvPr>
            <p:ph type="title"/>
          </p:nvPr>
        </p:nvSpPr>
        <p:spPr>
          <a:xfrm>
            <a:off x="720000" y="4223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Возможные проблемы</a:t>
            </a:r>
            <a:endParaRPr/>
          </a:p>
        </p:txBody>
      </p:sp>
      <p:sp>
        <p:nvSpPr>
          <p:cNvPr id="195" name="Google Shape;195;p26"/>
          <p:cNvSpPr txBox="1"/>
          <p:nvPr>
            <p:ph idx="3" type="subTitle"/>
          </p:nvPr>
        </p:nvSpPr>
        <p:spPr>
          <a:xfrm>
            <a:off x="862875" y="1701375"/>
            <a:ext cx="2767500" cy="5589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Недоверие пациентов</a:t>
            </a:r>
            <a:endParaRPr/>
          </a:p>
        </p:txBody>
      </p:sp>
      <p:pic>
        <p:nvPicPr>
          <p:cNvPr id="196" name="Google Shape;19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0900" y="1848100"/>
            <a:ext cx="3295400" cy="32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Этические дилеммы</a:t>
            </a:r>
            <a:endParaRPr/>
          </a:p>
        </p:txBody>
      </p:sp>
      <p:sp>
        <p:nvSpPr>
          <p:cNvPr id="202" name="Google Shape;202;p27"/>
          <p:cNvSpPr txBox="1"/>
          <p:nvPr>
            <p:ph idx="3" type="subTitle"/>
          </p:nvPr>
        </p:nvSpPr>
        <p:spPr>
          <a:xfrm>
            <a:off x="1055700" y="1569025"/>
            <a:ext cx="6967800" cy="336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Проблема "черного ящика"</a:t>
            </a:r>
            <a:r>
              <a:rPr lang="en" sz="1400"/>
              <a:t> — многие современные алгоритмы, особенно глубокие нейронные сети, функционируют как закрытые системы, логика принятия решений которых не поддается интерпретации человеком, что ставит вопрос о доверии к таким системам.</a:t>
            </a:r>
            <a:endParaRPr sz="14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Ответственность за клинические решения</a:t>
            </a:r>
            <a:r>
              <a:rPr lang="en" sz="1400"/>
              <a:t> — размывание границ ответственности между разработчиком ИИ, медицинским учреждением и врачом требует формирования новых юридических и этических рамок.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Справедливый доступ к ИИ-технологиям</a:t>
            </a:r>
            <a:r>
              <a:rPr lang="en" sz="1400"/>
              <a:t> — существует риск усиления существующего неравенства в доступе к медицинской помощи из-за потенциально высокой стоимости внедрения передовых технологий.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Смещение и предвзятость алгоритмов</a:t>
            </a:r>
            <a:r>
              <a:rPr lang="en" sz="1400"/>
              <a:t> — системы ИИ, обученные на нерепрезентативных данных, могут воспроизводить или даже усиливать существующие предубеждения, что особенно опасно в контексте здравоохранения.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8"/>
          <p:cNvSpPr txBox="1"/>
          <p:nvPr>
            <p:ph type="title"/>
          </p:nvPr>
        </p:nvSpPr>
        <p:spPr>
          <a:xfrm>
            <a:off x="638675" y="4393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Варианты применения технологий ИИ</a:t>
            </a:r>
            <a:endParaRPr/>
          </a:p>
        </p:txBody>
      </p:sp>
      <p:sp>
        <p:nvSpPr>
          <p:cNvPr id="208" name="Google Shape;208;p28"/>
          <p:cNvSpPr txBox="1"/>
          <p:nvPr>
            <p:ph idx="1" type="subTitle"/>
          </p:nvPr>
        </p:nvSpPr>
        <p:spPr>
          <a:xfrm>
            <a:off x="638675" y="1633950"/>
            <a:ext cx="35430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rPr>
              <a:t>Анализ рентген-, КТ-, МРТ-изображений</a:t>
            </a:r>
            <a:endParaRPr sz="1500"/>
          </a:p>
        </p:txBody>
      </p:sp>
      <p:sp>
        <p:nvSpPr>
          <p:cNvPr id="209" name="Google Shape;209;p28"/>
          <p:cNvSpPr txBox="1"/>
          <p:nvPr>
            <p:ph idx="2" type="subTitle"/>
          </p:nvPr>
        </p:nvSpPr>
        <p:spPr>
          <a:xfrm>
            <a:off x="4797925" y="1633950"/>
            <a:ext cx="36252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rPr>
              <a:t>Прогнозирование осложнений по временным рядам</a:t>
            </a:r>
            <a:endParaRPr sz="1500"/>
          </a:p>
        </p:txBody>
      </p:sp>
      <p:sp>
        <p:nvSpPr>
          <p:cNvPr id="210" name="Google Shape;210;p28"/>
          <p:cNvSpPr txBox="1"/>
          <p:nvPr>
            <p:ph idx="3" type="subTitle"/>
          </p:nvPr>
        </p:nvSpPr>
        <p:spPr>
          <a:xfrm>
            <a:off x="638675" y="3364250"/>
            <a:ext cx="34746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rPr>
              <a:t>Анализ неструктурированных медицинских записей</a:t>
            </a:r>
            <a:endParaRPr sz="1500"/>
          </a:p>
        </p:txBody>
      </p:sp>
      <p:sp>
        <p:nvSpPr>
          <p:cNvPr id="211" name="Google Shape;211;p28"/>
          <p:cNvSpPr txBox="1"/>
          <p:nvPr>
            <p:ph idx="4" type="subTitle"/>
          </p:nvPr>
        </p:nvSpPr>
        <p:spPr>
          <a:xfrm>
            <a:off x="4797925" y="3694900"/>
            <a:ext cx="33279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rPr>
              <a:t>Моделирование прогрессии заболевания</a:t>
            </a:r>
            <a:endParaRPr sz="1500"/>
          </a:p>
        </p:txBody>
      </p:sp>
      <p:sp>
        <p:nvSpPr>
          <p:cNvPr id="212" name="Google Shape;212;p28"/>
          <p:cNvSpPr txBox="1"/>
          <p:nvPr>
            <p:ph idx="7" type="subTitle"/>
          </p:nvPr>
        </p:nvSpPr>
        <p:spPr>
          <a:xfrm>
            <a:off x="638675" y="1260075"/>
            <a:ext cx="38697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Глубокие нейронные сети (CNN)</a:t>
            </a:r>
            <a:endParaRPr/>
          </a:p>
        </p:txBody>
      </p:sp>
      <p:sp>
        <p:nvSpPr>
          <p:cNvPr id="213" name="Google Shape;213;p28"/>
          <p:cNvSpPr txBox="1"/>
          <p:nvPr>
            <p:ph idx="8" type="subTitle"/>
          </p:nvPr>
        </p:nvSpPr>
        <p:spPr>
          <a:xfrm>
            <a:off x="4797925" y="1260075"/>
            <a:ext cx="37056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Рекуррентные нейросети (RNN)</a:t>
            </a:r>
            <a:endParaRPr/>
          </a:p>
        </p:txBody>
      </p:sp>
      <p:sp>
        <p:nvSpPr>
          <p:cNvPr id="214" name="Google Shape;214;p28"/>
          <p:cNvSpPr txBox="1"/>
          <p:nvPr>
            <p:ph idx="13" type="subTitle"/>
          </p:nvPr>
        </p:nvSpPr>
        <p:spPr>
          <a:xfrm>
            <a:off x="638675" y="2987150"/>
            <a:ext cx="39636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Трансформеры и языковые модели</a:t>
            </a:r>
            <a:endParaRPr/>
          </a:p>
        </p:txBody>
      </p:sp>
      <p:sp>
        <p:nvSpPr>
          <p:cNvPr id="215" name="Google Shape;215;p28"/>
          <p:cNvSpPr txBox="1"/>
          <p:nvPr>
            <p:ph idx="14" type="subTitle"/>
          </p:nvPr>
        </p:nvSpPr>
        <p:spPr>
          <a:xfrm>
            <a:off x="4797925" y="3317800"/>
            <a:ext cx="40953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Генеративные состязательные сети (GAN)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0" name="Google Shape;220;p29"/>
          <p:cNvGraphicFramePr/>
          <p:nvPr/>
        </p:nvGraphicFramePr>
        <p:xfrm>
          <a:off x="1784313" y="1182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{3E51120E-662D-4838-AFD0-460363BCB1B6}</a:tableStyleId>
              </a:tblPr>
              <a:tblGrid>
                <a:gridCol w="1912175"/>
                <a:gridCol w="1861675"/>
                <a:gridCol w="2626950"/>
              </a:tblGrid>
              <a:tr h="512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2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Область применения</a:t>
                      </a:r>
                      <a:endParaRPr b="1" sz="1200">
                        <a:solidFill>
                          <a:schemeClr val="lt2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45700" marB="45700" marR="45700" marL="45700" anchor="b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2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В данный момент</a:t>
                      </a:r>
                      <a:endParaRPr b="1" sz="1200">
                        <a:solidFill>
                          <a:schemeClr val="lt2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45700" marB="45700" marR="45700" marL="45700" anchor="b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2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Прогноз на ближайшие </a:t>
                      </a:r>
                      <a:r>
                        <a:rPr lang="en" sz="1200">
                          <a:solidFill>
                            <a:schemeClr val="lt2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5</a:t>
                      </a:r>
                      <a:r>
                        <a:rPr b="1" lang="en" sz="1200">
                          <a:solidFill>
                            <a:schemeClr val="lt2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 лет</a:t>
                      </a:r>
                      <a:endParaRPr b="1" sz="1200">
                        <a:solidFill>
                          <a:schemeClr val="lt2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45700" marB="45700" marR="45700" marL="45700" anchor="b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2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Д</a:t>
                      </a:r>
                      <a:r>
                        <a:rPr lang="en" sz="1100">
                          <a:solidFill>
                            <a:schemeClr val="lt2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иагностика по медицинским изображениям</a:t>
                      </a:r>
                      <a:endParaRPr sz="1100">
                        <a:solidFill>
                          <a:schemeClr val="lt2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2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Точность выявления патологий до 97% в некоторых областях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2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Полная автоматизация первичного скрининга, снижение затрат на диагностику на 30-40%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2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Анализ электронных медицинских карт</a:t>
                      </a:r>
                      <a:endParaRPr sz="1100">
                        <a:solidFill>
                          <a:schemeClr val="lt2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2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Предсказание осложнений с точностью до 85%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2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Интеграция с системами мониторинга в реальном времени, снижение смертности в ОРИТ на 15-20%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2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Создание новых лекарств</a:t>
                      </a:r>
                      <a:endParaRPr sz="1100">
                        <a:solidFill>
                          <a:schemeClr val="lt2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2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Сокращение времени исследований на 30%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2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Полностью разработанные ИИ молекулы достигают 3 фазы клинических испытаний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2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Роботизированная хирургия</a:t>
                      </a:r>
                      <a:endParaRPr sz="1100">
                        <a:solidFill>
                          <a:schemeClr val="lt2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2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Ассистивные функции, сокращение времени операций на 15%</a:t>
                      </a:r>
                      <a:endParaRPr sz="1100">
                        <a:solidFill>
                          <a:schemeClr val="lt2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2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Автономное проведение стандартных операций под контролем хирурга</a:t>
                      </a:r>
                      <a:endParaRPr sz="1100">
                        <a:solidFill>
                          <a:schemeClr val="lt2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1" name="Google Shape;221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Прогнозы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/>
          <p:nvPr>
            <p:ph type="ctrTitle"/>
          </p:nvPr>
        </p:nvSpPr>
        <p:spPr>
          <a:xfrm>
            <a:off x="2430025" y="669825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Спасибо за внимание</a:t>
            </a:r>
            <a:endParaRPr/>
          </a:p>
        </p:txBody>
      </p:sp>
      <p:sp>
        <p:nvSpPr>
          <p:cNvPr id="227" name="Google Shape;227;p30"/>
          <p:cNvSpPr/>
          <p:nvPr/>
        </p:nvSpPr>
        <p:spPr>
          <a:xfrm flipH="1">
            <a:off x="-508924" y="-215575"/>
            <a:ext cx="2753726" cy="5369952"/>
          </a:xfrm>
          <a:custGeom>
            <a:rect b="b" l="l" r="r" t="t"/>
            <a:pathLst>
              <a:path extrusionOk="0" h="1920" w="1383">
                <a:moveTo>
                  <a:pt x="1330" y="1920"/>
                </a:moveTo>
                <a:cubicBezTo>
                  <a:pt x="1329" y="1906"/>
                  <a:pt x="1329" y="1891"/>
                  <a:pt x="1328" y="1876"/>
                </a:cubicBezTo>
                <a:cubicBezTo>
                  <a:pt x="1327" y="1858"/>
                  <a:pt x="1326" y="1839"/>
                  <a:pt x="1325" y="1820"/>
                </a:cubicBezTo>
                <a:cubicBezTo>
                  <a:pt x="1322" y="1789"/>
                  <a:pt x="1319" y="1757"/>
                  <a:pt x="1316" y="1725"/>
                </a:cubicBezTo>
                <a:cubicBezTo>
                  <a:pt x="1312" y="1688"/>
                  <a:pt x="1305" y="1652"/>
                  <a:pt x="1296" y="1617"/>
                </a:cubicBezTo>
                <a:cubicBezTo>
                  <a:pt x="1278" y="1545"/>
                  <a:pt x="1247" y="1478"/>
                  <a:pt x="1205" y="1417"/>
                </a:cubicBezTo>
                <a:cubicBezTo>
                  <a:pt x="1157" y="1349"/>
                  <a:pt x="1105" y="1286"/>
                  <a:pt x="1043" y="1230"/>
                </a:cubicBezTo>
                <a:cubicBezTo>
                  <a:pt x="950" y="1147"/>
                  <a:pt x="842" y="1090"/>
                  <a:pt x="720" y="1063"/>
                </a:cubicBezTo>
                <a:cubicBezTo>
                  <a:pt x="680" y="1054"/>
                  <a:pt x="640" y="1046"/>
                  <a:pt x="600" y="1037"/>
                </a:cubicBezTo>
                <a:cubicBezTo>
                  <a:pt x="517" y="1016"/>
                  <a:pt x="437" y="989"/>
                  <a:pt x="360" y="950"/>
                </a:cubicBezTo>
                <a:cubicBezTo>
                  <a:pt x="323" y="931"/>
                  <a:pt x="287" y="908"/>
                  <a:pt x="256" y="878"/>
                </a:cubicBezTo>
                <a:cubicBezTo>
                  <a:pt x="229" y="853"/>
                  <a:pt x="208" y="824"/>
                  <a:pt x="198" y="787"/>
                </a:cubicBezTo>
                <a:cubicBezTo>
                  <a:pt x="188" y="748"/>
                  <a:pt x="192" y="710"/>
                  <a:pt x="211" y="673"/>
                </a:cubicBezTo>
                <a:cubicBezTo>
                  <a:pt x="227" y="641"/>
                  <a:pt x="255" y="624"/>
                  <a:pt x="290" y="618"/>
                </a:cubicBezTo>
                <a:cubicBezTo>
                  <a:pt x="328" y="611"/>
                  <a:pt x="365" y="617"/>
                  <a:pt x="402" y="631"/>
                </a:cubicBezTo>
                <a:cubicBezTo>
                  <a:pt x="432" y="642"/>
                  <a:pt x="459" y="657"/>
                  <a:pt x="483" y="680"/>
                </a:cubicBezTo>
                <a:cubicBezTo>
                  <a:pt x="502" y="699"/>
                  <a:pt x="526" y="700"/>
                  <a:pt x="550" y="690"/>
                </a:cubicBezTo>
                <a:cubicBezTo>
                  <a:pt x="576" y="678"/>
                  <a:pt x="592" y="657"/>
                  <a:pt x="602" y="630"/>
                </a:cubicBezTo>
                <a:cubicBezTo>
                  <a:pt x="613" y="599"/>
                  <a:pt x="611" y="567"/>
                  <a:pt x="603" y="536"/>
                </a:cubicBezTo>
                <a:cubicBezTo>
                  <a:pt x="591" y="488"/>
                  <a:pt x="567" y="447"/>
                  <a:pt x="536" y="410"/>
                </a:cubicBezTo>
                <a:cubicBezTo>
                  <a:pt x="500" y="364"/>
                  <a:pt x="456" y="326"/>
                  <a:pt x="410" y="291"/>
                </a:cubicBezTo>
                <a:cubicBezTo>
                  <a:pt x="339" y="238"/>
                  <a:pt x="262" y="193"/>
                  <a:pt x="184" y="153"/>
                </a:cubicBezTo>
                <a:cubicBezTo>
                  <a:pt x="126" y="123"/>
                  <a:pt x="68" y="96"/>
                  <a:pt x="8" y="71"/>
                </a:cubicBezTo>
                <a:cubicBezTo>
                  <a:pt x="5" y="70"/>
                  <a:pt x="2" y="68"/>
                  <a:pt x="0" y="66"/>
                </a:cubicBezTo>
                <a:cubicBezTo>
                  <a:pt x="0" y="66"/>
                  <a:pt x="0" y="65"/>
                  <a:pt x="0" y="64"/>
                </a:cubicBezTo>
                <a:cubicBezTo>
                  <a:pt x="7" y="58"/>
                  <a:pt x="16" y="57"/>
                  <a:pt x="24" y="55"/>
                </a:cubicBezTo>
                <a:cubicBezTo>
                  <a:pt x="48" y="51"/>
                  <a:pt x="72" y="47"/>
                  <a:pt x="95" y="44"/>
                </a:cubicBezTo>
                <a:cubicBezTo>
                  <a:pt x="119" y="41"/>
                  <a:pt x="143" y="39"/>
                  <a:pt x="167" y="37"/>
                </a:cubicBezTo>
                <a:cubicBezTo>
                  <a:pt x="192" y="34"/>
                  <a:pt x="217" y="33"/>
                  <a:pt x="241" y="31"/>
                </a:cubicBezTo>
                <a:cubicBezTo>
                  <a:pt x="270" y="28"/>
                  <a:pt x="298" y="26"/>
                  <a:pt x="327" y="24"/>
                </a:cubicBezTo>
                <a:cubicBezTo>
                  <a:pt x="354" y="22"/>
                  <a:pt x="381" y="21"/>
                  <a:pt x="408" y="19"/>
                </a:cubicBezTo>
                <a:cubicBezTo>
                  <a:pt x="443" y="17"/>
                  <a:pt x="477" y="15"/>
                  <a:pt x="512" y="13"/>
                </a:cubicBezTo>
                <a:cubicBezTo>
                  <a:pt x="545" y="11"/>
                  <a:pt x="577" y="9"/>
                  <a:pt x="610" y="8"/>
                </a:cubicBezTo>
                <a:cubicBezTo>
                  <a:pt x="646" y="6"/>
                  <a:pt x="683" y="4"/>
                  <a:pt x="719" y="2"/>
                </a:cubicBezTo>
                <a:cubicBezTo>
                  <a:pt x="728" y="2"/>
                  <a:pt x="737" y="1"/>
                  <a:pt x="746" y="0"/>
                </a:cubicBezTo>
                <a:cubicBezTo>
                  <a:pt x="959" y="0"/>
                  <a:pt x="1171" y="0"/>
                  <a:pt x="1383" y="0"/>
                </a:cubicBezTo>
                <a:cubicBezTo>
                  <a:pt x="1383" y="640"/>
                  <a:pt x="1383" y="1280"/>
                  <a:pt x="1383" y="1920"/>
                </a:cubicBezTo>
                <a:cubicBezTo>
                  <a:pt x="1365" y="1920"/>
                  <a:pt x="1348" y="1920"/>
                  <a:pt x="1330" y="19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0"/>
          <p:cNvSpPr/>
          <p:nvPr/>
        </p:nvSpPr>
        <p:spPr>
          <a:xfrm>
            <a:off x="2385625" y="2863400"/>
            <a:ext cx="4603500" cy="170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I and DNA Medical Breakthrough by Slidesgo">
  <a:themeElements>
    <a:clrScheme name="Simple Light">
      <a:dk1>
        <a:srgbClr val="191919"/>
      </a:dk1>
      <a:lt1>
        <a:srgbClr val="FFFFFF"/>
      </a:lt1>
      <a:dk2>
        <a:srgbClr val="978CD8"/>
      </a:dk2>
      <a:lt2>
        <a:srgbClr val="655BA6"/>
      </a:lt2>
      <a:accent1>
        <a:srgbClr val="C0FAD3"/>
      </a:accent1>
      <a:accent2>
        <a:srgbClr val="61BF8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